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10287000" cx="18288000"/>
  <p:notesSz cx="6858000" cy="9144000"/>
  <p:embeddedFontLst>
    <p:embeddedFont>
      <p:font typeface="Archivo Narrow"/>
      <p:bold r:id="rId21"/>
      <p:boldItalic r:id="rId22"/>
    </p:embeddedFont>
    <p:embeddedFont>
      <p:font typeface="Pacifico"/>
      <p:regular r:id="rId23"/>
    </p:embeddedFont>
    <p:embeddedFont>
      <p:font typeface="Archivo Black"/>
      <p:regular r:id="rId24"/>
    </p:embeddedFont>
    <p:embeddedFont>
      <p:font typeface="Open Sans"/>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i09bqjTeWvLUEy/n4MmUspQOQq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84491B-83B8-443E-A686-24D97100FE1C}">
  <a:tblStyle styleId="{5184491B-83B8-443E-A686-24D97100FE1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ArchivoNarrow-boldItalic.fntdata"/><Relationship Id="rId21" Type="http://schemas.openxmlformats.org/officeDocument/2006/relationships/font" Target="fonts/ArchivoNarrow-bold.fntdata"/><Relationship Id="rId24" Type="http://schemas.openxmlformats.org/officeDocument/2006/relationships/font" Target="fonts/ArchivoBlack-regular.fntdata"/><Relationship Id="rId23" Type="http://schemas.openxmlformats.org/officeDocument/2006/relationships/font" Target="fonts/Pacific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boldItalic.fntdata"/><Relationship Id="rId25" Type="http://schemas.openxmlformats.org/officeDocument/2006/relationships/font" Target="fonts/OpenSans-bold.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20" Type="http://schemas.openxmlformats.org/officeDocument/2006/relationships/image" Target="../media/image18.png"/><Relationship Id="rId22" Type="http://schemas.openxmlformats.org/officeDocument/2006/relationships/image" Target="../media/image24.png"/><Relationship Id="rId21" Type="http://schemas.openxmlformats.org/officeDocument/2006/relationships/image" Target="../media/image21.png"/><Relationship Id="rId24" Type="http://schemas.openxmlformats.org/officeDocument/2006/relationships/image" Target="../media/image17.png"/><Relationship Id="rId23"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4.png"/><Relationship Id="rId25" Type="http://schemas.openxmlformats.org/officeDocument/2006/relationships/image" Target="../media/image20.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23.png"/><Relationship Id="rId11" Type="http://schemas.openxmlformats.org/officeDocument/2006/relationships/image" Target="../media/image10.png"/><Relationship Id="rId10" Type="http://schemas.openxmlformats.org/officeDocument/2006/relationships/image" Target="../media/image6.png"/><Relationship Id="rId13" Type="http://schemas.openxmlformats.org/officeDocument/2006/relationships/image" Target="../media/image9.png"/><Relationship Id="rId12" Type="http://schemas.openxmlformats.org/officeDocument/2006/relationships/image" Target="../media/image12.png"/><Relationship Id="rId15" Type="http://schemas.openxmlformats.org/officeDocument/2006/relationships/image" Target="../media/image13.png"/><Relationship Id="rId14" Type="http://schemas.openxmlformats.org/officeDocument/2006/relationships/image" Target="../media/image11.png"/><Relationship Id="rId17" Type="http://schemas.openxmlformats.org/officeDocument/2006/relationships/image" Target="../media/image14.png"/><Relationship Id="rId16" Type="http://schemas.openxmlformats.org/officeDocument/2006/relationships/image" Target="../media/image16.png"/><Relationship Id="rId19" Type="http://schemas.openxmlformats.org/officeDocument/2006/relationships/image" Target="../media/image35.png"/><Relationship Id="rId18" Type="http://schemas.openxmlformats.org/officeDocument/2006/relationships/image" Target="../media/image15.png"/></Relationships>
</file>

<file path=ppt/slides/_rels/slide9.xml.rels><?xml version="1.0" encoding="UTF-8" standalone="yes"?><Relationships xmlns="http://schemas.openxmlformats.org/package/2006/relationships"><Relationship Id="rId20" Type="http://schemas.openxmlformats.org/officeDocument/2006/relationships/image" Target="../media/image12.png"/><Relationship Id="rId22" Type="http://schemas.openxmlformats.org/officeDocument/2006/relationships/image" Target="../media/image31.png"/><Relationship Id="rId21" Type="http://schemas.openxmlformats.org/officeDocument/2006/relationships/image" Target="../media/image9.png"/><Relationship Id="rId24" Type="http://schemas.openxmlformats.org/officeDocument/2006/relationships/image" Target="../media/image19.png"/><Relationship Id="rId23"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7.png"/><Relationship Id="rId25" Type="http://schemas.openxmlformats.org/officeDocument/2006/relationships/image" Target="../media/image17.png"/><Relationship Id="rId5" Type="http://schemas.openxmlformats.org/officeDocument/2006/relationships/image" Target="../media/image8.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2.png"/><Relationship Id="rId11" Type="http://schemas.openxmlformats.org/officeDocument/2006/relationships/image" Target="../media/image28.png"/><Relationship Id="rId10" Type="http://schemas.openxmlformats.org/officeDocument/2006/relationships/image" Target="../media/image29.png"/><Relationship Id="rId13" Type="http://schemas.openxmlformats.org/officeDocument/2006/relationships/image" Target="../media/image4.png"/><Relationship Id="rId12" Type="http://schemas.openxmlformats.org/officeDocument/2006/relationships/image" Target="../media/image30.png"/><Relationship Id="rId15" Type="http://schemas.openxmlformats.org/officeDocument/2006/relationships/image" Target="../media/image7.png"/><Relationship Id="rId14" Type="http://schemas.openxmlformats.org/officeDocument/2006/relationships/image" Target="../media/image6.png"/><Relationship Id="rId17" Type="http://schemas.openxmlformats.org/officeDocument/2006/relationships/image" Target="../media/image35.png"/><Relationship Id="rId16" Type="http://schemas.openxmlformats.org/officeDocument/2006/relationships/image" Target="../media/image10.png"/><Relationship Id="rId19" Type="http://schemas.openxmlformats.org/officeDocument/2006/relationships/image" Target="../media/image24.png"/><Relationship Id="rId18"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83" name="Shape 83"/>
        <p:cNvGrpSpPr/>
        <p:nvPr/>
      </p:nvGrpSpPr>
      <p:grpSpPr>
        <a:xfrm>
          <a:off x="0" y="0"/>
          <a:ext cx="0" cy="0"/>
          <a:chOff x="0" y="0"/>
          <a:chExt cx="0" cy="0"/>
        </a:xfrm>
      </p:grpSpPr>
      <p:sp>
        <p:nvSpPr>
          <p:cNvPr id="84" name="Google Shape;84;p1"/>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3743325" y="3709352"/>
            <a:ext cx="10801500" cy="33369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199" u="none" cap="none" strike="noStrike">
                <a:solidFill>
                  <a:srgbClr val="FFFFFF"/>
                </a:solidFill>
                <a:latin typeface="Archivo Black"/>
                <a:ea typeface="Archivo Black"/>
                <a:cs typeface="Archivo Black"/>
                <a:sym typeface="Archivo Black"/>
              </a:rPr>
              <a:t>Presentación Portafolio </a:t>
            </a:r>
            <a:r>
              <a:rPr lang="en-US" sz="5199">
                <a:solidFill>
                  <a:srgbClr val="FFFFFF"/>
                </a:solidFill>
                <a:latin typeface="Archivo Black"/>
                <a:ea typeface="Archivo Black"/>
                <a:cs typeface="Archivo Black"/>
                <a:sym typeface="Archivo Black"/>
              </a:rPr>
              <a:t>Título</a:t>
            </a:r>
            <a:endParaRPr/>
          </a:p>
          <a:p>
            <a:pPr indent="0" lvl="0" marL="0" marR="0" rtl="0" algn="ctr">
              <a:lnSpc>
                <a:spcPct val="140000"/>
              </a:lnSpc>
              <a:spcBef>
                <a:spcPts val="0"/>
              </a:spcBef>
              <a:spcAft>
                <a:spcPts val="0"/>
              </a:spcAft>
              <a:buNone/>
            </a:pPr>
            <a:r>
              <a:rPr b="0" i="0" lang="en-US" sz="14400" u="none" cap="none" strike="noStrike">
                <a:solidFill>
                  <a:srgbClr val="FFDE59"/>
                </a:solidFill>
                <a:latin typeface="Pacifico"/>
                <a:ea typeface="Pacifico"/>
                <a:cs typeface="Pacifico"/>
                <a:sym typeface="Pacifico"/>
              </a:rPr>
              <a:t>‘PacePet’</a:t>
            </a:r>
            <a:endParaRPr/>
          </a:p>
        </p:txBody>
      </p:sp>
      <p:sp>
        <p:nvSpPr>
          <p:cNvPr id="86" name="Google Shape;86;p1"/>
          <p:cNvSpPr txBox="1"/>
          <p:nvPr/>
        </p:nvSpPr>
        <p:spPr>
          <a:xfrm>
            <a:off x="6296025" y="7699743"/>
            <a:ext cx="5695950" cy="174625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chivo Narrow"/>
                <a:ea typeface="Archivo Narrow"/>
                <a:cs typeface="Archivo Narrow"/>
                <a:sym typeface="Archivo Narrow"/>
              </a:rPr>
              <a:t>Ingeniería Informática</a:t>
            </a:r>
            <a:endParaRPr/>
          </a:p>
          <a:p>
            <a:pPr indent="0" lvl="0" marL="0" marR="0" rtl="0" algn="ctr">
              <a:lnSpc>
                <a:spcPct val="140016"/>
              </a:lnSpc>
              <a:spcBef>
                <a:spcPts val="0"/>
              </a:spcBef>
              <a:spcAft>
                <a:spcPts val="0"/>
              </a:spcAft>
              <a:buNone/>
            </a:pPr>
            <a:r>
              <a:rPr b="1" i="0" lang="en-US" sz="2499" u="none" cap="none" strike="noStrike">
                <a:solidFill>
                  <a:srgbClr val="FFFFFF"/>
                </a:solidFill>
                <a:latin typeface="Archivo Narrow"/>
                <a:ea typeface="Archivo Narrow"/>
                <a:cs typeface="Archivo Narrow"/>
                <a:sym typeface="Archivo Narrow"/>
              </a:rPr>
              <a:t>Escuela de Informática y Telecomunicaciones</a:t>
            </a:r>
            <a:endParaRPr/>
          </a:p>
          <a:p>
            <a:pPr indent="0" lvl="0" marL="0" marR="0" rtl="0" algn="ctr">
              <a:lnSpc>
                <a:spcPct val="140016"/>
              </a:lnSpc>
              <a:spcBef>
                <a:spcPts val="0"/>
              </a:spcBef>
              <a:spcAft>
                <a:spcPts val="0"/>
              </a:spcAft>
              <a:buNone/>
            </a:pPr>
            <a:r>
              <a:rPr b="1" i="0" lang="en-US" sz="2499" u="none" cap="none" strike="noStrike">
                <a:solidFill>
                  <a:srgbClr val="FFFFFF"/>
                </a:solidFill>
                <a:latin typeface="Archivo Narrow"/>
                <a:ea typeface="Archivo Narrow"/>
                <a:cs typeface="Archivo Narrow"/>
                <a:sym typeface="Archivo Narrow"/>
              </a:rPr>
              <a:t>Sede Puente Alto</a:t>
            </a:r>
            <a:endParaRPr/>
          </a:p>
          <a:p>
            <a:pPr indent="0" lvl="0" marL="0" marR="0" rtl="0" algn="ctr">
              <a:lnSpc>
                <a:spcPct val="140016"/>
              </a:lnSpc>
              <a:spcBef>
                <a:spcPts val="0"/>
              </a:spcBef>
              <a:spcAft>
                <a:spcPts val="0"/>
              </a:spcAft>
              <a:buNone/>
            </a:pPr>
            <a:r>
              <a:rPr b="1" i="0" lang="en-US" sz="2499" u="none" cap="none" strike="noStrike">
                <a:solidFill>
                  <a:srgbClr val="FFFFFF"/>
                </a:solidFill>
                <a:latin typeface="Archivo Narrow"/>
                <a:ea typeface="Archivo Narrow"/>
                <a:cs typeface="Archivo Narrow"/>
                <a:sym typeface="Archivo Narrow"/>
              </a:rPr>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90" name="Shape 90"/>
        <p:cNvGrpSpPr/>
        <p:nvPr/>
      </p:nvGrpSpPr>
      <p:grpSpPr>
        <a:xfrm>
          <a:off x="0" y="0"/>
          <a:ext cx="0" cy="0"/>
          <a:chOff x="0" y="0"/>
          <a:chExt cx="0" cy="0"/>
        </a:xfrm>
      </p:grpSpPr>
      <p:sp>
        <p:nvSpPr>
          <p:cNvPr id="91" name="Google Shape;91;p2"/>
          <p:cNvSpPr txBox="1"/>
          <p:nvPr/>
        </p:nvSpPr>
        <p:spPr>
          <a:xfrm>
            <a:off x="634331" y="3614420"/>
            <a:ext cx="5869362" cy="294386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600" u="none" cap="none" strike="noStrike">
                <a:solidFill>
                  <a:srgbClr val="FFFFFF"/>
                </a:solidFill>
                <a:latin typeface="Archivo Black"/>
                <a:ea typeface="Archivo Black"/>
                <a:cs typeface="Archivo Black"/>
                <a:sym typeface="Archivo Black"/>
              </a:rPr>
              <a:t>INTEGRANTES DEL PROYECTO</a:t>
            </a:r>
            <a:endParaRPr/>
          </a:p>
        </p:txBody>
      </p:sp>
      <p:sp>
        <p:nvSpPr>
          <p:cNvPr id="92" name="Google Shape;92;p2"/>
          <p:cNvSpPr txBox="1"/>
          <p:nvPr/>
        </p:nvSpPr>
        <p:spPr>
          <a:xfrm>
            <a:off x="7258251" y="914400"/>
            <a:ext cx="10411500" cy="21117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5199" u="none" cap="none" strike="noStrike">
                <a:solidFill>
                  <a:srgbClr val="FFFFFF"/>
                </a:solidFill>
                <a:latin typeface="Archivo Black"/>
                <a:ea typeface="Archivo Black"/>
                <a:cs typeface="Archivo Black"/>
                <a:sym typeface="Archivo Black"/>
              </a:rPr>
              <a:t>Thalia Alarcón</a:t>
            </a:r>
            <a:endParaRPr/>
          </a:p>
          <a:p>
            <a:pPr indent="-388620" lvl="1" marL="777240" marR="0" rtl="0" algn="l">
              <a:lnSpc>
                <a:spcPct val="140000"/>
              </a:lnSpc>
              <a:spcBef>
                <a:spcPts val="0"/>
              </a:spcBef>
              <a:spcAft>
                <a:spcPts val="0"/>
              </a:spcAft>
              <a:buClr>
                <a:srgbClr val="FFFFFF"/>
              </a:buClr>
              <a:buSzPts val="3600"/>
              <a:buFont typeface="Arial"/>
              <a:buChar char="•"/>
            </a:pPr>
            <a:r>
              <a:rPr b="1" i="0" lang="en-US" sz="3600" u="none" cap="none" strike="noStrike">
                <a:solidFill>
                  <a:srgbClr val="FFFFFF"/>
                </a:solidFill>
                <a:latin typeface="Archivo Narrow"/>
                <a:ea typeface="Archivo Narrow"/>
                <a:cs typeface="Archivo Narrow"/>
                <a:sym typeface="Archivo Narrow"/>
              </a:rPr>
              <a:t>Cargo: Product Manager</a:t>
            </a:r>
            <a:endParaRPr b="1" sz="3600">
              <a:solidFill>
                <a:srgbClr val="FFFFFF"/>
              </a:solidFill>
              <a:latin typeface="Archivo Narrow"/>
              <a:ea typeface="Archivo Narrow"/>
              <a:cs typeface="Archivo Narrow"/>
              <a:sym typeface="Archivo Narrow"/>
            </a:endParaRPr>
          </a:p>
          <a:p>
            <a:pPr indent="0" lvl="0" marL="0" marR="0" rtl="0" algn="l">
              <a:lnSpc>
                <a:spcPct val="140000"/>
              </a:lnSpc>
              <a:spcBef>
                <a:spcPts val="0"/>
              </a:spcBef>
              <a:spcAft>
                <a:spcPts val="0"/>
              </a:spcAft>
              <a:buNone/>
            </a:pPr>
            <a:r>
              <a:t/>
            </a:r>
            <a:endParaRPr/>
          </a:p>
        </p:txBody>
      </p:sp>
      <p:sp>
        <p:nvSpPr>
          <p:cNvPr id="93" name="Google Shape;93;p2"/>
          <p:cNvSpPr txBox="1"/>
          <p:nvPr/>
        </p:nvSpPr>
        <p:spPr>
          <a:xfrm>
            <a:off x="7258251" y="7054525"/>
            <a:ext cx="10242900" cy="21117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5199" u="none" cap="none" strike="noStrike">
                <a:solidFill>
                  <a:srgbClr val="FFFFFF"/>
                </a:solidFill>
                <a:latin typeface="Archivo Black"/>
                <a:ea typeface="Archivo Black"/>
                <a:cs typeface="Archivo Black"/>
                <a:sym typeface="Archivo Black"/>
              </a:rPr>
              <a:t>Roberto Huaitro</a:t>
            </a:r>
            <a:endParaRPr/>
          </a:p>
          <a:p>
            <a:pPr indent="-388620" lvl="1" marL="777240" marR="0" rtl="0" algn="l">
              <a:lnSpc>
                <a:spcPct val="140000"/>
              </a:lnSpc>
              <a:spcBef>
                <a:spcPts val="0"/>
              </a:spcBef>
              <a:spcAft>
                <a:spcPts val="0"/>
              </a:spcAft>
              <a:buClr>
                <a:srgbClr val="FFFFFF"/>
              </a:buClr>
              <a:buSzPts val="3600"/>
              <a:buFont typeface="Arial"/>
              <a:buChar char="•"/>
            </a:pPr>
            <a:r>
              <a:rPr b="1" i="0" lang="en-US" sz="3600" u="none" cap="none" strike="noStrike">
                <a:solidFill>
                  <a:srgbClr val="FFFFFF"/>
                </a:solidFill>
                <a:latin typeface="Archivo Narrow"/>
                <a:ea typeface="Archivo Narrow"/>
                <a:cs typeface="Archivo Narrow"/>
                <a:sym typeface="Archivo Narrow"/>
              </a:rPr>
              <a:t>Cargo: Ingeniero DevOps</a:t>
            </a:r>
            <a:endParaRPr b="1" sz="3600">
              <a:solidFill>
                <a:srgbClr val="FFFFFF"/>
              </a:solidFill>
              <a:latin typeface="Archivo Narrow"/>
              <a:ea typeface="Archivo Narrow"/>
              <a:cs typeface="Archivo Narrow"/>
              <a:sym typeface="Archivo Narrow"/>
            </a:endParaRPr>
          </a:p>
          <a:p>
            <a:pPr indent="0" lvl="0" marL="914400" marR="0" rtl="0" algn="l">
              <a:lnSpc>
                <a:spcPct val="140000"/>
              </a:lnSpc>
              <a:spcBef>
                <a:spcPts val="0"/>
              </a:spcBef>
              <a:spcAft>
                <a:spcPts val="0"/>
              </a:spcAft>
              <a:buNone/>
            </a:pPr>
            <a:r>
              <a:t/>
            </a:r>
            <a:endParaRPr/>
          </a:p>
        </p:txBody>
      </p:sp>
      <p:sp>
        <p:nvSpPr>
          <p:cNvPr id="94" name="Google Shape;94;p2"/>
          <p:cNvSpPr txBox="1"/>
          <p:nvPr/>
        </p:nvSpPr>
        <p:spPr>
          <a:xfrm>
            <a:off x="7258251" y="3984475"/>
            <a:ext cx="10242900" cy="21117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5199" u="none" cap="none" strike="noStrike">
                <a:solidFill>
                  <a:srgbClr val="FFFFFF"/>
                </a:solidFill>
                <a:latin typeface="Archivo Black"/>
                <a:ea typeface="Archivo Black"/>
                <a:cs typeface="Archivo Black"/>
                <a:sym typeface="Archivo Black"/>
              </a:rPr>
              <a:t>Vicente Pérez</a:t>
            </a:r>
            <a:endParaRPr/>
          </a:p>
          <a:p>
            <a:pPr indent="-388620" lvl="1" marL="777240" marR="0" rtl="0" algn="l">
              <a:lnSpc>
                <a:spcPct val="140000"/>
              </a:lnSpc>
              <a:spcBef>
                <a:spcPts val="0"/>
              </a:spcBef>
              <a:spcAft>
                <a:spcPts val="0"/>
              </a:spcAft>
              <a:buClr>
                <a:srgbClr val="FFFFFF"/>
              </a:buClr>
              <a:buSzPts val="3600"/>
              <a:buFont typeface="Arial"/>
              <a:buChar char="•"/>
            </a:pPr>
            <a:r>
              <a:rPr b="1" i="0" lang="en-US" sz="3600" u="none" cap="none" strike="noStrike">
                <a:solidFill>
                  <a:srgbClr val="FFFFFF"/>
                </a:solidFill>
                <a:latin typeface="Archivo Narrow"/>
                <a:ea typeface="Archivo Narrow"/>
                <a:cs typeface="Archivo Narrow"/>
                <a:sym typeface="Archivo Narrow"/>
              </a:rPr>
              <a:t>Cargo: Desarrollador Full Stack</a:t>
            </a:r>
            <a:endParaRPr b="1" sz="3600">
              <a:solidFill>
                <a:srgbClr val="FFFFFF"/>
              </a:solidFill>
              <a:latin typeface="Archivo Narrow"/>
              <a:ea typeface="Archivo Narrow"/>
              <a:cs typeface="Archivo Narrow"/>
              <a:sym typeface="Archivo Narrow"/>
            </a:endParaRPr>
          </a:p>
          <a:p>
            <a:pPr indent="0" lvl="0" marL="0" marR="0" rtl="0" algn="l">
              <a:lnSpc>
                <a:spcPct val="140000"/>
              </a:lnSpc>
              <a:spcBef>
                <a:spcPts val="0"/>
              </a:spcBef>
              <a:spcAft>
                <a:spcPts val="0"/>
              </a:spcAft>
              <a:buNone/>
            </a:pPr>
            <a:r>
              <a:t/>
            </a:r>
            <a:endParaRPr/>
          </a:p>
        </p:txBody>
      </p:sp>
      <p:sp>
        <p:nvSpPr>
          <p:cNvPr id="95" name="Google Shape;95;p2"/>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99" name="Shape 99"/>
        <p:cNvGrpSpPr/>
        <p:nvPr/>
      </p:nvGrpSpPr>
      <p:grpSpPr>
        <a:xfrm>
          <a:off x="0" y="0"/>
          <a:ext cx="0" cy="0"/>
          <a:chOff x="0" y="0"/>
          <a:chExt cx="0" cy="0"/>
        </a:xfrm>
      </p:grpSpPr>
      <p:sp>
        <p:nvSpPr>
          <p:cNvPr id="100" name="Google Shape;100;p3"/>
          <p:cNvSpPr txBox="1"/>
          <p:nvPr/>
        </p:nvSpPr>
        <p:spPr>
          <a:xfrm>
            <a:off x="1028700" y="1962150"/>
            <a:ext cx="16675354" cy="962025"/>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5595" u="none" cap="none" strike="noStrike">
                <a:solidFill>
                  <a:srgbClr val="FFFFFF"/>
                </a:solidFill>
                <a:latin typeface="Archivo Black"/>
                <a:ea typeface="Archivo Black"/>
                <a:cs typeface="Archivo Black"/>
                <a:sym typeface="Archivo Black"/>
              </a:rPr>
              <a:t>Descripción del Proyecto</a:t>
            </a:r>
            <a:endParaRPr/>
          </a:p>
        </p:txBody>
      </p:sp>
      <p:sp>
        <p:nvSpPr>
          <p:cNvPr id="101" name="Google Shape;101;p3"/>
          <p:cNvSpPr txBox="1"/>
          <p:nvPr/>
        </p:nvSpPr>
        <p:spPr>
          <a:xfrm>
            <a:off x="0" y="3579652"/>
            <a:ext cx="9144000" cy="331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Problemática</a:t>
            </a:r>
            <a:endParaRPr b="0" i="0" sz="5599" u="none" cap="none" strike="noStrike">
              <a:solidFill>
                <a:srgbClr val="FFFFFF"/>
              </a:solidFill>
              <a:latin typeface="Archivo Black"/>
              <a:ea typeface="Archivo Black"/>
              <a:cs typeface="Archivo Black"/>
              <a:sym typeface="Archivo Black"/>
            </a:endParaRPr>
          </a:p>
          <a:p>
            <a:pPr indent="0" lvl="0" marL="0" marR="0" rtl="0" algn="ctr">
              <a:lnSpc>
                <a:spcPct val="140000"/>
              </a:lnSpc>
              <a:spcBef>
                <a:spcPts val="0"/>
              </a:spcBef>
              <a:spcAft>
                <a:spcPts val="0"/>
              </a:spcAft>
              <a:buNone/>
            </a:pPr>
            <a:r>
              <a:rPr b="0" i="0" lang="en-US" sz="3600" u="none" cap="none" strike="noStrike">
                <a:solidFill>
                  <a:srgbClr val="FFFFFF"/>
                </a:solidFill>
                <a:latin typeface="Archivo Narrow"/>
                <a:ea typeface="Archivo Narrow"/>
                <a:cs typeface="Archivo Narrow"/>
                <a:sym typeface="Archivo Narrow"/>
              </a:rPr>
              <a:t>Cada vez se vuelve más difícil concentrarse al tener un dispositivo con distracciones altamente adictivas, combinado con alta disponibilidad.</a:t>
            </a:r>
            <a:endParaRPr/>
          </a:p>
        </p:txBody>
      </p:sp>
      <p:sp>
        <p:nvSpPr>
          <p:cNvPr id="102" name="Google Shape;102;p3"/>
          <p:cNvSpPr txBox="1"/>
          <p:nvPr/>
        </p:nvSpPr>
        <p:spPr>
          <a:xfrm>
            <a:off x="9144000" y="3579652"/>
            <a:ext cx="9144000" cy="2536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Propuesta de solución</a:t>
            </a:r>
            <a:endParaRPr b="0" i="0" sz="5599" u="none" cap="none" strike="noStrike">
              <a:solidFill>
                <a:srgbClr val="FFFFFF"/>
              </a:solidFill>
              <a:latin typeface="Archivo Black"/>
              <a:ea typeface="Archivo Black"/>
              <a:cs typeface="Archivo Black"/>
              <a:sym typeface="Archivo Black"/>
            </a:endParaRPr>
          </a:p>
          <a:p>
            <a:pPr indent="0" lvl="0" marL="0" marR="0" rtl="0" algn="ctr">
              <a:lnSpc>
                <a:spcPct val="140000"/>
              </a:lnSpc>
              <a:spcBef>
                <a:spcPts val="0"/>
              </a:spcBef>
              <a:spcAft>
                <a:spcPts val="0"/>
              </a:spcAft>
              <a:buNone/>
            </a:pPr>
            <a:r>
              <a:rPr b="0" i="0" lang="en-US" sz="3600" u="none" cap="none" strike="noStrike">
                <a:solidFill>
                  <a:srgbClr val="FFFFFF"/>
                </a:solidFill>
                <a:latin typeface="Archivo Narrow"/>
                <a:ea typeface="Archivo Narrow"/>
                <a:cs typeface="Archivo Narrow"/>
                <a:sym typeface="Archivo Narrow"/>
              </a:rPr>
              <a:t>Una aplicación que motive al usuario a seguir una rutina, reduciendo su tiempo de pantalla.</a:t>
            </a:r>
            <a:endParaRPr/>
          </a:p>
        </p:txBody>
      </p:sp>
      <p:sp>
        <p:nvSpPr>
          <p:cNvPr id="103" name="Google Shape;103;p3"/>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107" name="Shape 107"/>
        <p:cNvGrpSpPr/>
        <p:nvPr/>
      </p:nvGrpSpPr>
      <p:grpSpPr>
        <a:xfrm>
          <a:off x="0" y="0"/>
          <a:ext cx="0" cy="0"/>
          <a:chOff x="0" y="0"/>
          <a:chExt cx="0" cy="0"/>
        </a:xfrm>
      </p:grpSpPr>
      <p:sp>
        <p:nvSpPr>
          <p:cNvPr id="108" name="Google Shape;108;p4"/>
          <p:cNvSpPr txBox="1"/>
          <p:nvPr/>
        </p:nvSpPr>
        <p:spPr>
          <a:xfrm>
            <a:off x="4750050" y="1962150"/>
            <a:ext cx="8787900" cy="8613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5595" u="none" cap="none" strike="noStrike">
                <a:solidFill>
                  <a:srgbClr val="FFFFFF"/>
                </a:solidFill>
                <a:latin typeface="Archivo Black"/>
                <a:ea typeface="Archivo Black"/>
                <a:cs typeface="Archivo Black"/>
                <a:sym typeface="Archivo Black"/>
              </a:rPr>
              <a:t>Objetivo General</a:t>
            </a:r>
            <a:endParaRPr/>
          </a:p>
        </p:txBody>
      </p:sp>
      <p:sp>
        <p:nvSpPr>
          <p:cNvPr id="109" name="Google Shape;109;p4"/>
          <p:cNvSpPr txBox="1"/>
          <p:nvPr/>
        </p:nvSpPr>
        <p:spPr>
          <a:xfrm>
            <a:off x="1028700" y="3365182"/>
            <a:ext cx="16228158" cy="622935"/>
          </a:xfrm>
          <a:prstGeom prst="rect">
            <a:avLst/>
          </a:prstGeom>
          <a:noFill/>
          <a:ln>
            <a:noFill/>
          </a:ln>
        </p:spPr>
        <p:txBody>
          <a:bodyPr anchorCtr="0" anchor="t" bIns="0" lIns="0" spcFirstLastPara="1" rIns="0" wrap="square" tIns="0">
            <a:spAutoFit/>
          </a:bodyPr>
          <a:lstStyle/>
          <a:p>
            <a:pPr indent="-388620" lvl="1" marL="777240" marR="0" rtl="0" algn="l">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Ofrecer una herramienta para construir rutinas más saludables en la era digital.</a:t>
            </a:r>
            <a:endParaRPr/>
          </a:p>
        </p:txBody>
      </p:sp>
      <p:sp>
        <p:nvSpPr>
          <p:cNvPr id="110" name="Google Shape;110;p4"/>
          <p:cNvSpPr txBox="1"/>
          <p:nvPr/>
        </p:nvSpPr>
        <p:spPr>
          <a:xfrm>
            <a:off x="2390741" y="5536665"/>
            <a:ext cx="13506518"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Objetivos Específicos</a:t>
            </a:r>
            <a:endParaRPr/>
          </a:p>
        </p:txBody>
      </p:sp>
      <p:sp>
        <p:nvSpPr>
          <p:cNvPr id="111" name="Google Shape;111;p4"/>
          <p:cNvSpPr txBox="1"/>
          <p:nvPr/>
        </p:nvSpPr>
        <p:spPr>
          <a:xfrm>
            <a:off x="1028700" y="6937475"/>
            <a:ext cx="16230600" cy="1261110"/>
          </a:xfrm>
          <a:prstGeom prst="rect">
            <a:avLst/>
          </a:prstGeom>
          <a:noFill/>
          <a:ln>
            <a:noFill/>
          </a:ln>
        </p:spPr>
        <p:txBody>
          <a:bodyPr anchorCtr="0" anchor="t" bIns="0" lIns="0" spcFirstLastPara="1" rIns="0" wrap="square" tIns="0">
            <a:spAutoFit/>
          </a:bodyPr>
          <a:lstStyle/>
          <a:p>
            <a:pPr indent="-388620" lvl="1" marL="777240" marR="0" rtl="0" algn="l">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Promover actividades saludables.</a:t>
            </a:r>
            <a:endParaRPr/>
          </a:p>
          <a:p>
            <a:pPr indent="-388620" lvl="1" marL="777240" marR="0" rtl="0" algn="l">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Facilitar el cumplimiento de metas, mediante recordatorios y recompensas añadidas.</a:t>
            </a:r>
            <a:endParaRPr/>
          </a:p>
        </p:txBody>
      </p:sp>
      <p:sp>
        <p:nvSpPr>
          <p:cNvPr id="112" name="Google Shape;112;p4"/>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116" name="Shape 116"/>
        <p:cNvGrpSpPr/>
        <p:nvPr/>
      </p:nvGrpSpPr>
      <p:grpSpPr>
        <a:xfrm>
          <a:off x="0" y="0"/>
          <a:ext cx="0" cy="0"/>
          <a:chOff x="0" y="0"/>
          <a:chExt cx="0" cy="0"/>
        </a:xfrm>
      </p:grpSpPr>
      <p:sp>
        <p:nvSpPr>
          <p:cNvPr id="117" name="Google Shape;117;p5"/>
          <p:cNvSpPr txBox="1"/>
          <p:nvPr/>
        </p:nvSpPr>
        <p:spPr>
          <a:xfrm>
            <a:off x="7339012" y="1962150"/>
            <a:ext cx="3609975"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Alcances</a:t>
            </a:r>
            <a:endParaRPr/>
          </a:p>
        </p:txBody>
      </p:sp>
      <p:sp>
        <p:nvSpPr>
          <p:cNvPr id="118" name="Google Shape;118;p5"/>
          <p:cNvSpPr txBox="1"/>
          <p:nvPr/>
        </p:nvSpPr>
        <p:spPr>
          <a:xfrm>
            <a:off x="1028700" y="3228412"/>
            <a:ext cx="16230600" cy="2413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600" u="none" cap="none" strike="noStrike">
                <a:solidFill>
                  <a:srgbClr val="FFFFFF"/>
                </a:solidFill>
                <a:latin typeface="Archivo Black"/>
                <a:ea typeface="Archivo Black"/>
                <a:cs typeface="Archivo Black"/>
                <a:sym typeface="Archivo Black"/>
              </a:rPr>
              <a:t>Que hace el sistema:</a:t>
            </a:r>
            <a:endParaRPr/>
          </a:p>
          <a:p>
            <a:pPr indent="-302260" lvl="1" marL="604519" marR="0" rtl="0" algn="l">
              <a:lnSpc>
                <a:spcPct val="140014"/>
              </a:lnSpc>
              <a:spcBef>
                <a:spcPts val="0"/>
              </a:spcBef>
              <a:spcAft>
                <a:spcPts val="0"/>
              </a:spcAft>
              <a:buClr>
                <a:srgbClr val="FFFFFF"/>
              </a:buClr>
              <a:buSzPts val="2799"/>
              <a:buFont typeface="Arial"/>
              <a:buChar char="•"/>
            </a:pPr>
            <a:r>
              <a:rPr lang="en-US" sz="2799">
                <a:solidFill>
                  <a:srgbClr val="FFFFFF"/>
                </a:solidFill>
                <a:latin typeface="Archivo Narrow"/>
                <a:ea typeface="Archivo Narrow"/>
                <a:cs typeface="Archivo Narrow"/>
                <a:sym typeface="Archivo Narrow"/>
              </a:rPr>
              <a:t>Envía</a:t>
            </a:r>
            <a:r>
              <a:rPr b="0" i="0" lang="en-US" sz="2799" u="none" cap="none" strike="noStrike">
                <a:solidFill>
                  <a:srgbClr val="FFFFFF"/>
                </a:solidFill>
                <a:latin typeface="Archivo Narrow"/>
                <a:ea typeface="Archivo Narrow"/>
                <a:cs typeface="Archivo Narrow"/>
                <a:sym typeface="Archivo Narrow"/>
              </a:rPr>
              <a:t> recordatorios al usuario al horario establecido.</a:t>
            </a:r>
            <a:endParaRPr/>
          </a:p>
          <a:p>
            <a:pPr indent="-302260" lvl="1" marL="604519"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Registra el progreso de cada usuario.</a:t>
            </a:r>
            <a:endParaRPr/>
          </a:p>
          <a:p>
            <a:pPr indent="-302260" lvl="1" marL="604519"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Presenta una motivación extra al usuario, mediante una mascota que depende del cumplimiento de la rutina.</a:t>
            </a:r>
            <a:endParaRPr/>
          </a:p>
        </p:txBody>
      </p:sp>
      <p:sp>
        <p:nvSpPr>
          <p:cNvPr id="119" name="Google Shape;119;p5"/>
          <p:cNvSpPr txBox="1"/>
          <p:nvPr/>
        </p:nvSpPr>
        <p:spPr>
          <a:xfrm>
            <a:off x="1028700" y="6148699"/>
            <a:ext cx="16230600" cy="3016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600" u="none" cap="none" strike="noStrike">
                <a:solidFill>
                  <a:srgbClr val="FFFFFF"/>
                </a:solidFill>
                <a:latin typeface="Archivo Black"/>
                <a:ea typeface="Archivo Black"/>
                <a:cs typeface="Archivo Black"/>
                <a:sym typeface="Archivo Black"/>
              </a:rPr>
              <a:t>Qué no hace:</a:t>
            </a:r>
            <a:endParaRPr/>
          </a:p>
          <a:p>
            <a:pPr indent="-302260" lvl="1" marL="604519"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No detecta si se cumplen las actividades, si tu meta es estudiar media hora cada día, la aplicación solo confirma que no se </a:t>
            </a:r>
            <a:r>
              <a:rPr lang="en-US" sz="2799">
                <a:solidFill>
                  <a:srgbClr val="FFFFFF"/>
                </a:solidFill>
                <a:latin typeface="Archivo Narrow"/>
                <a:ea typeface="Archivo Narrow"/>
                <a:cs typeface="Archivo Narrow"/>
                <a:sym typeface="Archivo Narrow"/>
              </a:rPr>
              <a:t>está</a:t>
            </a:r>
            <a:r>
              <a:rPr b="0" i="0" lang="en-US" sz="2799" u="none" cap="none" strike="noStrike">
                <a:solidFill>
                  <a:srgbClr val="FFFFFF"/>
                </a:solidFill>
                <a:latin typeface="Archivo Narrow"/>
                <a:ea typeface="Archivo Narrow"/>
                <a:cs typeface="Archivo Narrow"/>
                <a:sym typeface="Archivo Narrow"/>
              </a:rPr>
              <a:t> utilizando el celular en ese tiempo.</a:t>
            </a:r>
            <a:endParaRPr/>
          </a:p>
          <a:p>
            <a:pPr indent="-302260" lvl="1" marL="604519"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No está enfocado como un juego, donde el objetivo es que el usuario pase el mayor tiempo posible en la aplicación, cada usuario puede personalizar </a:t>
            </a:r>
            <a:r>
              <a:rPr lang="en-US" sz="2799">
                <a:solidFill>
                  <a:srgbClr val="FFFFFF"/>
                </a:solidFill>
                <a:latin typeface="Archivo Narrow"/>
                <a:ea typeface="Archivo Narrow"/>
                <a:cs typeface="Archivo Narrow"/>
                <a:sym typeface="Archivo Narrow"/>
              </a:rPr>
              <a:t>cuánto</a:t>
            </a:r>
            <a:r>
              <a:rPr b="0" i="0" lang="en-US" sz="2799" u="none" cap="none" strike="noStrike">
                <a:solidFill>
                  <a:srgbClr val="FFFFFF"/>
                </a:solidFill>
                <a:latin typeface="Archivo Narrow"/>
                <a:ea typeface="Archivo Narrow"/>
                <a:cs typeface="Archivo Narrow"/>
                <a:sym typeface="Archivo Narrow"/>
              </a:rPr>
              <a:t> tiempo y actividades quiere realizar. </a:t>
            </a:r>
            <a:endParaRPr/>
          </a:p>
        </p:txBody>
      </p:sp>
      <p:sp>
        <p:nvSpPr>
          <p:cNvPr id="120" name="Google Shape;120;p5"/>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124" name="Shape 124"/>
        <p:cNvGrpSpPr/>
        <p:nvPr/>
      </p:nvGrpSpPr>
      <p:grpSpPr>
        <a:xfrm>
          <a:off x="0" y="0"/>
          <a:ext cx="0" cy="0"/>
          <a:chOff x="0" y="0"/>
          <a:chExt cx="0" cy="0"/>
        </a:xfrm>
      </p:grpSpPr>
      <p:sp>
        <p:nvSpPr>
          <p:cNvPr id="125" name="Google Shape;125;p6"/>
          <p:cNvSpPr txBox="1"/>
          <p:nvPr/>
        </p:nvSpPr>
        <p:spPr>
          <a:xfrm>
            <a:off x="7419975" y="1962150"/>
            <a:ext cx="3448050"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Usuarios</a:t>
            </a:r>
            <a:endParaRPr/>
          </a:p>
        </p:txBody>
      </p:sp>
      <p:sp>
        <p:nvSpPr>
          <p:cNvPr id="126" name="Google Shape;126;p6"/>
          <p:cNvSpPr txBox="1"/>
          <p:nvPr/>
        </p:nvSpPr>
        <p:spPr>
          <a:xfrm>
            <a:off x="1028700" y="3333649"/>
            <a:ext cx="16230600" cy="3657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600" u="none" cap="none" strike="noStrike">
                <a:solidFill>
                  <a:srgbClr val="FFFFFF"/>
                </a:solidFill>
                <a:latin typeface="Archivo Narrow"/>
                <a:ea typeface="Archivo Narrow"/>
                <a:cs typeface="Archivo Narrow"/>
                <a:sym typeface="Archivo Narrow"/>
              </a:rPr>
              <a:t>La aplicación no está enfocada en un grupo </a:t>
            </a:r>
            <a:r>
              <a:rPr lang="en-US" sz="3600">
                <a:solidFill>
                  <a:srgbClr val="FFFFFF"/>
                </a:solidFill>
                <a:latin typeface="Archivo Narrow"/>
                <a:ea typeface="Archivo Narrow"/>
                <a:cs typeface="Archivo Narrow"/>
                <a:sym typeface="Archivo Narrow"/>
              </a:rPr>
              <a:t>específico</a:t>
            </a:r>
            <a:r>
              <a:rPr b="0" i="0" lang="en-US" sz="3600" u="none" cap="none" strike="noStrike">
                <a:solidFill>
                  <a:srgbClr val="FFFFFF"/>
                </a:solidFill>
                <a:latin typeface="Archivo Narrow"/>
                <a:ea typeface="Archivo Narrow"/>
                <a:cs typeface="Archivo Narrow"/>
                <a:sym typeface="Archivo Narrow"/>
              </a:rPr>
              <a:t>, pero algunos casos de uso pueden ser:</a:t>
            </a:r>
            <a:endParaRPr/>
          </a:p>
          <a:p>
            <a:pPr indent="-388620" lvl="1" marL="777240" marR="0" rtl="0" algn="just">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Estudiantes de cualquier edad que quieren estudiar sin distracciones.</a:t>
            </a:r>
            <a:endParaRPr/>
          </a:p>
          <a:p>
            <a:pPr indent="-388620" lvl="1" marL="777240" marR="0" rtl="0" algn="just">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Personas que quieren ejercitarse y necesitan seguir una rutina </a:t>
            </a:r>
            <a:r>
              <a:rPr lang="en-US" sz="3600">
                <a:solidFill>
                  <a:srgbClr val="FFFFFF"/>
                </a:solidFill>
                <a:latin typeface="Archivo Narrow"/>
                <a:ea typeface="Archivo Narrow"/>
                <a:cs typeface="Archivo Narrow"/>
                <a:sym typeface="Archivo Narrow"/>
              </a:rPr>
              <a:t>específica</a:t>
            </a:r>
            <a:r>
              <a:rPr b="0" i="0" lang="en-US" sz="3600" u="none" cap="none" strike="noStrike">
                <a:solidFill>
                  <a:srgbClr val="FFFFFF"/>
                </a:solidFill>
                <a:latin typeface="Archivo Narrow"/>
                <a:ea typeface="Archivo Narrow"/>
                <a:cs typeface="Archivo Narrow"/>
                <a:sym typeface="Archivo Narrow"/>
              </a:rPr>
              <a:t>.</a:t>
            </a:r>
            <a:endParaRPr/>
          </a:p>
          <a:p>
            <a:pPr indent="-388620" lvl="1" marL="777240" marR="0" rtl="0" algn="just">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Familias que necesitan mantener un registro de tareas del hogar compartido.</a:t>
            </a:r>
            <a:endParaRPr/>
          </a:p>
          <a:p>
            <a:pPr indent="-388620" lvl="1" marL="777240" marR="0" rtl="0" algn="just">
              <a:lnSpc>
                <a:spcPct val="140000"/>
              </a:lnSpc>
              <a:spcBef>
                <a:spcPts val="0"/>
              </a:spcBef>
              <a:spcAft>
                <a:spcPts val="0"/>
              </a:spcAft>
              <a:buClr>
                <a:srgbClr val="FFFFFF"/>
              </a:buClr>
              <a:buSzPts val="3600"/>
              <a:buFont typeface="Arial"/>
              <a:buChar char="•"/>
            </a:pPr>
            <a:r>
              <a:rPr b="0" i="0" lang="en-US" sz="3600" u="none" cap="none" strike="noStrike">
                <a:solidFill>
                  <a:srgbClr val="FFFFFF"/>
                </a:solidFill>
                <a:latin typeface="Archivo Narrow"/>
                <a:ea typeface="Archivo Narrow"/>
                <a:cs typeface="Archivo Narrow"/>
                <a:sym typeface="Archivo Narrow"/>
              </a:rPr>
              <a:t>Adultos mayores que necesitan recordar </a:t>
            </a:r>
            <a:r>
              <a:rPr lang="en-US" sz="3600">
                <a:solidFill>
                  <a:srgbClr val="FFFFFF"/>
                </a:solidFill>
                <a:latin typeface="Archivo Narrow"/>
                <a:ea typeface="Archivo Narrow"/>
                <a:cs typeface="Archivo Narrow"/>
                <a:sym typeface="Archivo Narrow"/>
              </a:rPr>
              <a:t>cuándo</a:t>
            </a:r>
            <a:r>
              <a:rPr b="0" i="0" lang="en-US" sz="3600" u="none" cap="none" strike="noStrike">
                <a:solidFill>
                  <a:srgbClr val="FFFFFF"/>
                </a:solidFill>
                <a:latin typeface="Archivo Narrow"/>
                <a:ea typeface="Archivo Narrow"/>
                <a:cs typeface="Archivo Narrow"/>
                <a:sym typeface="Archivo Narrow"/>
              </a:rPr>
              <a:t> tomar sus medicinas.</a:t>
            </a:r>
            <a:endParaRPr/>
          </a:p>
        </p:txBody>
      </p:sp>
      <p:sp>
        <p:nvSpPr>
          <p:cNvPr id="127" name="Google Shape;127;p6"/>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131" name="Shape 131"/>
        <p:cNvGrpSpPr/>
        <p:nvPr/>
      </p:nvGrpSpPr>
      <p:grpSpPr>
        <a:xfrm>
          <a:off x="0" y="0"/>
          <a:ext cx="0" cy="0"/>
          <a:chOff x="0" y="0"/>
          <a:chExt cx="0" cy="0"/>
        </a:xfrm>
      </p:grpSpPr>
      <p:sp>
        <p:nvSpPr>
          <p:cNvPr id="132" name="Google Shape;132;p7"/>
          <p:cNvSpPr txBox="1"/>
          <p:nvPr/>
        </p:nvSpPr>
        <p:spPr>
          <a:xfrm>
            <a:off x="4478971" y="1962150"/>
            <a:ext cx="9496425"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Lista de Requerimientos</a:t>
            </a:r>
            <a:endParaRPr/>
          </a:p>
        </p:txBody>
      </p:sp>
      <p:sp>
        <p:nvSpPr>
          <p:cNvPr id="133" name="Google Shape;133;p7"/>
          <p:cNvSpPr txBox="1"/>
          <p:nvPr/>
        </p:nvSpPr>
        <p:spPr>
          <a:xfrm>
            <a:off x="1028700" y="3127125"/>
            <a:ext cx="16230600" cy="4185900"/>
          </a:xfrm>
          <a:prstGeom prst="rect">
            <a:avLst/>
          </a:prstGeom>
          <a:noFill/>
          <a:ln>
            <a:noFill/>
          </a:ln>
        </p:spPr>
        <p:txBody>
          <a:bodyPr anchorCtr="0" anchor="t" bIns="0" lIns="0" spcFirstLastPara="1" rIns="0" wrap="square" tIns="0">
            <a:spAutoFit/>
          </a:bodyPr>
          <a:lstStyle/>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chivo Narrow"/>
                <a:ea typeface="Archivo Narrow"/>
                <a:cs typeface="Archivo Narrow"/>
                <a:sym typeface="Archivo Narrow"/>
              </a:rPr>
              <a:t>Frontend mobile desarrollado utilizando un framework multiplataforma.</a:t>
            </a:r>
            <a:endParaRPr/>
          </a:p>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chivo Narrow"/>
                <a:ea typeface="Archivo Narrow"/>
                <a:cs typeface="Archivo Narrow"/>
                <a:sym typeface="Archivo Narrow"/>
              </a:rPr>
              <a:t>Backend, REST API, administración de base datos, autenticación.</a:t>
            </a:r>
            <a:endParaRPr/>
          </a:p>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chivo Narrow"/>
                <a:ea typeface="Archivo Narrow"/>
                <a:cs typeface="Archivo Narrow"/>
                <a:sym typeface="Archivo Narrow"/>
              </a:rPr>
              <a:t>Base de datos local con respaldo en la nube, permitiendo sesiones offline y conectividad con otros usuarios.</a:t>
            </a:r>
            <a:endParaRPr/>
          </a:p>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chivo Narrow"/>
                <a:ea typeface="Archivo Narrow"/>
                <a:cs typeface="Archivo Narrow"/>
                <a:sym typeface="Archivo Narrow"/>
              </a:rPr>
              <a:t>Permisos del dispositivo (Notificaciones).</a:t>
            </a:r>
            <a:endParaRPr/>
          </a:p>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chivo Narrow"/>
                <a:ea typeface="Archivo Narrow"/>
                <a:cs typeface="Archivo Narrow"/>
                <a:sym typeface="Archivo Narrow"/>
              </a:rPr>
              <a:t>Diseño de mascotas, fondos, etc.</a:t>
            </a:r>
            <a:endParaRPr/>
          </a:p>
        </p:txBody>
      </p:sp>
      <p:sp>
        <p:nvSpPr>
          <p:cNvPr id="134" name="Google Shape;134;p7"/>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138" name="Shape 138"/>
        <p:cNvGrpSpPr/>
        <p:nvPr/>
      </p:nvGrpSpPr>
      <p:grpSpPr>
        <a:xfrm>
          <a:off x="0" y="0"/>
          <a:ext cx="0" cy="0"/>
          <a:chOff x="0" y="0"/>
          <a:chExt cx="0" cy="0"/>
        </a:xfrm>
      </p:grpSpPr>
      <p:sp>
        <p:nvSpPr>
          <p:cNvPr id="139" name="Google Shape;139;p8"/>
          <p:cNvSpPr/>
          <p:nvPr/>
        </p:nvSpPr>
        <p:spPr>
          <a:xfrm>
            <a:off x="13886975" y="754200"/>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 name="Google Shape;140;p8"/>
          <p:cNvSpPr/>
          <p:nvPr/>
        </p:nvSpPr>
        <p:spPr>
          <a:xfrm>
            <a:off x="9283900" y="754200"/>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1" name="Google Shape;141;p8"/>
          <p:cNvSpPr/>
          <p:nvPr/>
        </p:nvSpPr>
        <p:spPr>
          <a:xfrm>
            <a:off x="4680813" y="754200"/>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2" name="Google Shape;142;p8"/>
          <p:cNvSpPr/>
          <p:nvPr/>
        </p:nvSpPr>
        <p:spPr>
          <a:xfrm>
            <a:off x="80250" y="834525"/>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3" name="Google Shape;143;p8"/>
          <p:cNvSpPr/>
          <p:nvPr/>
        </p:nvSpPr>
        <p:spPr>
          <a:xfrm>
            <a:off x="9019"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sp>
        <p:nvSpPr>
          <p:cNvPr id="144" name="Google Shape;144;p8"/>
          <p:cNvSpPr/>
          <p:nvPr/>
        </p:nvSpPr>
        <p:spPr>
          <a:xfrm>
            <a:off x="619471" y="8659915"/>
            <a:ext cx="476250" cy="442912"/>
          </a:xfrm>
          <a:custGeom>
            <a:rect b="b" l="l" r="r" t="t"/>
            <a:pathLst>
              <a:path extrusionOk="0" h="442912" w="476250">
                <a:moveTo>
                  <a:pt x="0" y="0"/>
                </a:moveTo>
                <a:lnTo>
                  <a:pt x="476250" y="0"/>
                </a:lnTo>
                <a:lnTo>
                  <a:pt x="476250" y="442913"/>
                </a:lnTo>
                <a:lnTo>
                  <a:pt x="0" y="442913"/>
                </a:lnTo>
                <a:lnTo>
                  <a:pt x="0" y="0"/>
                </a:lnTo>
                <a:close/>
              </a:path>
            </a:pathLst>
          </a:custGeom>
          <a:blipFill rotWithShape="1">
            <a:blip r:embed="rId4">
              <a:alphaModFix/>
            </a:blip>
            <a:stretch>
              <a:fillRect b="0" l="0" r="0" t="0"/>
            </a:stretch>
          </a:blipFill>
          <a:ln>
            <a:noFill/>
          </a:ln>
        </p:spPr>
      </p:sp>
      <p:sp>
        <p:nvSpPr>
          <p:cNvPr id="145" name="Google Shape;145;p8"/>
          <p:cNvSpPr/>
          <p:nvPr/>
        </p:nvSpPr>
        <p:spPr>
          <a:xfrm>
            <a:off x="3365340"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sp>
        <p:nvSpPr>
          <p:cNvPr id="146" name="Google Shape;146;p8"/>
          <p:cNvSpPr/>
          <p:nvPr/>
        </p:nvSpPr>
        <p:spPr>
          <a:xfrm>
            <a:off x="379880" y="6588741"/>
            <a:ext cx="1089797" cy="1259881"/>
          </a:xfrm>
          <a:custGeom>
            <a:rect b="b" l="l" r="r" t="t"/>
            <a:pathLst>
              <a:path extrusionOk="0" h="1259881" w="1089797">
                <a:moveTo>
                  <a:pt x="0" y="0"/>
                </a:moveTo>
                <a:lnTo>
                  <a:pt x="1089797" y="0"/>
                </a:lnTo>
                <a:lnTo>
                  <a:pt x="1089797" y="1259880"/>
                </a:lnTo>
                <a:lnTo>
                  <a:pt x="0" y="1259880"/>
                </a:lnTo>
                <a:lnTo>
                  <a:pt x="0" y="0"/>
                </a:lnTo>
                <a:close/>
              </a:path>
            </a:pathLst>
          </a:custGeom>
          <a:blipFill rotWithShape="1">
            <a:blip r:embed="rId6">
              <a:alphaModFix/>
            </a:blip>
            <a:stretch>
              <a:fillRect b="0" l="0" r="0" t="0"/>
            </a:stretch>
          </a:blipFill>
          <a:ln>
            <a:noFill/>
          </a:ln>
        </p:spPr>
      </p:sp>
      <p:sp>
        <p:nvSpPr>
          <p:cNvPr id="147" name="Google Shape;147;p8"/>
          <p:cNvSpPr/>
          <p:nvPr/>
        </p:nvSpPr>
        <p:spPr>
          <a:xfrm>
            <a:off x="2503313" y="6588741"/>
            <a:ext cx="1416595" cy="1246604"/>
          </a:xfrm>
          <a:custGeom>
            <a:rect b="b" l="l" r="r" t="t"/>
            <a:pathLst>
              <a:path extrusionOk="0" h="1246604" w="1416595">
                <a:moveTo>
                  <a:pt x="0" y="0"/>
                </a:moveTo>
                <a:lnTo>
                  <a:pt x="1416595" y="0"/>
                </a:lnTo>
                <a:lnTo>
                  <a:pt x="1416595" y="1246603"/>
                </a:lnTo>
                <a:lnTo>
                  <a:pt x="0" y="1246603"/>
                </a:lnTo>
                <a:lnTo>
                  <a:pt x="0" y="0"/>
                </a:lnTo>
                <a:close/>
              </a:path>
            </a:pathLst>
          </a:custGeom>
          <a:blipFill rotWithShape="1">
            <a:blip r:embed="rId7">
              <a:alphaModFix/>
            </a:blip>
            <a:stretch>
              <a:fillRect b="0" l="0" r="0" t="0"/>
            </a:stretch>
          </a:blipFill>
          <a:ln>
            <a:noFill/>
          </a:ln>
        </p:spPr>
      </p:sp>
      <p:sp>
        <p:nvSpPr>
          <p:cNvPr id="148" name="Google Shape;148;p8"/>
          <p:cNvSpPr/>
          <p:nvPr/>
        </p:nvSpPr>
        <p:spPr>
          <a:xfrm>
            <a:off x="439464" y="2273516"/>
            <a:ext cx="1208543" cy="1405283"/>
          </a:xfrm>
          <a:custGeom>
            <a:rect b="b" l="l" r="r" t="t"/>
            <a:pathLst>
              <a:path extrusionOk="0" h="1405283" w="1208543">
                <a:moveTo>
                  <a:pt x="0" y="0"/>
                </a:moveTo>
                <a:lnTo>
                  <a:pt x="1208543" y="0"/>
                </a:lnTo>
                <a:lnTo>
                  <a:pt x="1208543" y="1405283"/>
                </a:lnTo>
                <a:lnTo>
                  <a:pt x="0" y="1405283"/>
                </a:lnTo>
                <a:lnTo>
                  <a:pt x="0" y="0"/>
                </a:lnTo>
                <a:close/>
              </a:path>
            </a:pathLst>
          </a:custGeom>
          <a:blipFill rotWithShape="1">
            <a:blip r:embed="rId8">
              <a:alphaModFix/>
            </a:blip>
            <a:stretch>
              <a:fillRect b="0" l="0" r="0" t="0"/>
            </a:stretch>
          </a:blipFill>
          <a:ln>
            <a:noFill/>
          </a:ln>
        </p:spPr>
      </p:sp>
      <p:sp>
        <p:nvSpPr>
          <p:cNvPr id="149" name="Google Shape;149;p8"/>
          <p:cNvSpPr/>
          <p:nvPr/>
        </p:nvSpPr>
        <p:spPr>
          <a:xfrm>
            <a:off x="2608870" y="5235470"/>
            <a:ext cx="1232720" cy="714977"/>
          </a:xfrm>
          <a:custGeom>
            <a:rect b="b" l="l" r="r" t="t"/>
            <a:pathLst>
              <a:path extrusionOk="0" h="714977" w="1232720">
                <a:moveTo>
                  <a:pt x="0" y="0"/>
                </a:moveTo>
                <a:lnTo>
                  <a:pt x="1232720" y="0"/>
                </a:lnTo>
                <a:lnTo>
                  <a:pt x="1232720" y="714977"/>
                </a:lnTo>
                <a:lnTo>
                  <a:pt x="0" y="714977"/>
                </a:lnTo>
                <a:lnTo>
                  <a:pt x="0" y="0"/>
                </a:lnTo>
                <a:close/>
              </a:path>
            </a:pathLst>
          </a:custGeom>
          <a:blipFill rotWithShape="1">
            <a:blip r:embed="rId9">
              <a:alphaModFix/>
            </a:blip>
            <a:stretch>
              <a:fillRect b="0" l="0" r="0" t="0"/>
            </a:stretch>
          </a:blipFill>
          <a:ln>
            <a:noFill/>
          </a:ln>
        </p:spPr>
      </p:sp>
      <p:sp>
        <p:nvSpPr>
          <p:cNvPr id="150" name="Google Shape;150;p8"/>
          <p:cNvSpPr/>
          <p:nvPr/>
        </p:nvSpPr>
        <p:spPr>
          <a:xfrm>
            <a:off x="805610" y="4541257"/>
            <a:ext cx="1082801" cy="1266434"/>
          </a:xfrm>
          <a:custGeom>
            <a:rect b="b" l="l" r="r" t="t"/>
            <a:pathLst>
              <a:path extrusionOk="0" h="1266434" w="1082801">
                <a:moveTo>
                  <a:pt x="0" y="0"/>
                </a:moveTo>
                <a:lnTo>
                  <a:pt x="1082801" y="0"/>
                </a:lnTo>
                <a:lnTo>
                  <a:pt x="1082801" y="1266434"/>
                </a:lnTo>
                <a:lnTo>
                  <a:pt x="0" y="1266434"/>
                </a:lnTo>
                <a:lnTo>
                  <a:pt x="0" y="0"/>
                </a:lnTo>
                <a:close/>
              </a:path>
            </a:pathLst>
          </a:custGeom>
          <a:blipFill rotWithShape="1">
            <a:blip r:embed="rId10">
              <a:alphaModFix/>
            </a:blip>
            <a:stretch>
              <a:fillRect b="0" l="0" r="0" t="0"/>
            </a:stretch>
          </a:blipFill>
          <a:ln>
            <a:noFill/>
          </a:ln>
        </p:spPr>
      </p:sp>
      <p:sp>
        <p:nvSpPr>
          <p:cNvPr id="151" name="Google Shape;151;p8"/>
          <p:cNvSpPr/>
          <p:nvPr/>
        </p:nvSpPr>
        <p:spPr>
          <a:xfrm>
            <a:off x="4612102" y="673767"/>
            <a:ext cx="4469733" cy="8939466"/>
          </a:xfrm>
          <a:custGeom>
            <a:rect b="b" l="l" r="r" t="t"/>
            <a:pathLst>
              <a:path extrusionOk="0" h="8939466" w="4469733">
                <a:moveTo>
                  <a:pt x="0" y="0"/>
                </a:moveTo>
                <a:lnTo>
                  <a:pt x="4469732" y="0"/>
                </a:lnTo>
                <a:lnTo>
                  <a:pt x="4469732" y="8939466"/>
                </a:lnTo>
                <a:lnTo>
                  <a:pt x="0" y="8939466"/>
                </a:lnTo>
                <a:lnTo>
                  <a:pt x="0" y="0"/>
                </a:lnTo>
                <a:close/>
              </a:path>
            </a:pathLst>
          </a:custGeom>
          <a:blipFill rotWithShape="1">
            <a:blip r:embed="rId3">
              <a:alphaModFix/>
            </a:blip>
            <a:stretch>
              <a:fillRect b="0" l="0" r="0" t="0"/>
            </a:stretch>
          </a:blipFill>
          <a:ln>
            <a:noFill/>
          </a:ln>
        </p:spPr>
      </p:sp>
      <p:sp>
        <p:nvSpPr>
          <p:cNvPr id="152" name="Google Shape;152;p8"/>
          <p:cNvSpPr/>
          <p:nvPr/>
        </p:nvSpPr>
        <p:spPr>
          <a:xfrm>
            <a:off x="9820022" y="8693253"/>
            <a:ext cx="476250" cy="442912"/>
          </a:xfrm>
          <a:custGeom>
            <a:rect b="b" l="l" r="r" t="t"/>
            <a:pathLst>
              <a:path extrusionOk="0" h="442912" w="476250">
                <a:moveTo>
                  <a:pt x="0" y="0"/>
                </a:moveTo>
                <a:lnTo>
                  <a:pt x="476250" y="0"/>
                </a:lnTo>
                <a:lnTo>
                  <a:pt x="476250" y="442912"/>
                </a:lnTo>
                <a:lnTo>
                  <a:pt x="0" y="442912"/>
                </a:lnTo>
                <a:lnTo>
                  <a:pt x="0" y="0"/>
                </a:lnTo>
                <a:close/>
              </a:path>
            </a:pathLst>
          </a:custGeom>
          <a:blipFill rotWithShape="1">
            <a:blip r:embed="rId4">
              <a:alphaModFix/>
            </a:blip>
            <a:stretch>
              <a:fillRect b="0" l="0" r="0" t="0"/>
            </a:stretch>
          </a:blipFill>
          <a:ln>
            <a:noFill/>
          </a:ln>
        </p:spPr>
      </p:sp>
      <p:sp>
        <p:nvSpPr>
          <p:cNvPr id="153" name="Google Shape;153;p8"/>
          <p:cNvSpPr/>
          <p:nvPr/>
        </p:nvSpPr>
        <p:spPr>
          <a:xfrm>
            <a:off x="12445384" y="8693253"/>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sp>
        <p:nvSpPr>
          <p:cNvPr id="154" name="Google Shape;154;p8"/>
          <p:cNvSpPr/>
          <p:nvPr/>
        </p:nvSpPr>
        <p:spPr>
          <a:xfrm>
            <a:off x="9215184"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sp>
        <p:nvSpPr>
          <p:cNvPr id="155" name="Google Shape;155;p8"/>
          <p:cNvSpPr/>
          <p:nvPr/>
        </p:nvSpPr>
        <p:spPr>
          <a:xfrm>
            <a:off x="13818267"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grpSp>
        <p:nvGrpSpPr>
          <p:cNvPr id="156" name="Google Shape;156;p8"/>
          <p:cNvGrpSpPr/>
          <p:nvPr/>
        </p:nvGrpSpPr>
        <p:grpSpPr>
          <a:xfrm>
            <a:off x="14396811" y="3161957"/>
            <a:ext cx="3312645" cy="4673387"/>
            <a:chOff x="0" y="-38100"/>
            <a:chExt cx="681614" cy="961602"/>
          </a:xfrm>
        </p:grpSpPr>
        <p:sp>
          <p:nvSpPr>
            <p:cNvPr id="157" name="Google Shape;157;p8"/>
            <p:cNvSpPr/>
            <p:nvPr/>
          </p:nvSpPr>
          <p:spPr>
            <a:xfrm>
              <a:off x="0" y="0"/>
              <a:ext cx="681614" cy="923502"/>
            </a:xfrm>
            <a:custGeom>
              <a:rect b="b" l="l" r="r" t="t"/>
              <a:pathLst>
                <a:path extrusionOk="0" h="923502" w="681614">
                  <a:moveTo>
                    <a:pt x="45646" y="0"/>
                  </a:moveTo>
                  <a:lnTo>
                    <a:pt x="635968" y="0"/>
                  </a:lnTo>
                  <a:cubicBezTo>
                    <a:pt x="648074" y="0"/>
                    <a:pt x="659684" y="4809"/>
                    <a:pt x="668245" y="13369"/>
                  </a:cubicBezTo>
                  <a:cubicBezTo>
                    <a:pt x="676805" y="21930"/>
                    <a:pt x="681614" y="33540"/>
                    <a:pt x="681614" y="45646"/>
                  </a:cubicBezTo>
                  <a:lnTo>
                    <a:pt x="681614" y="877856"/>
                  </a:lnTo>
                  <a:cubicBezTo>
                    <a:pt x="681614" y="889962"/>
                    <a:pt x="676805" y="901572"/>
                    <a:pt x="668245" y="910133"/>
                  </a:cubicBezTo>
                  <a:cubicBezTo>
                    <a:pt x="659684" y="918693"/>
                    <a:pt x="648074" y="923502"/>
                    <a:pt x="635968" y="923502"/>
                  </a:cubicBezTo>
                  <a:lnTo>
                    <a:pt x="45646" y="923502"/>
                  </a:lnTo>
                  <a:cubicBezTo>
                    <a:pt x="33540" y="923502"/>
                    <a:pt x="21930" y="918693"/>
                    <a:pt x="13369" y="910133"/>
                  </a:cubicBezTo>
                  <a:cubicBezTo>
                    <a:pt x="4809" y="901572"/>
                    <a:pt x="0" y="889962"/>
                    <a:pt x="0" y="877856"/>
                  </a:cubicBezTo>
                  <a:lnTo>
                    <a:pt x="0" y="45646"/>
                  </a:lnTo>
                  <a:cubicBezTo>
                    <a:pt x="0" y="33540"/>
                    <a:pt x="4809" y="21930"/>
                    <a:pt x="13369" y="13369"/>
                  </a:cubicBezTo>
                  <a:cubicBezTo>
                    <a:pt x="21930" y="4809"/>
                    <a:pt x="33540" y="0"/>
                    <a:pt x="45646" y="0"/>
                  </a:cubicBezTo>
                  <a:close/>
                </a:path>
              </a:pathLst>
            </a:custGeom>
            <a:solidFill>
              <a:srgbClr val="9371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txBox="1"/>
            <p:nvPr/>
          </p:nvSpPr>
          <p:spPr>
            <a:xfrm>
              <a:off x="0" y="-38100"/>
              <a:ext cx="681614" cy="961602"/>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 name="Google Shape;159;p8"/>
          <p:cNvGrpSpPr/>
          <p:nvPr/>
        </p:nvGrpSpPr>
        <p:grpSpPr>
          <a:xfrm>
            <a:off x="9835534" y="2376135"/>
            <a:ext cx="3086100" cy="2221992"/>
            <a:chOff x="0" y="-38100"/>
            <a:chExt cx="635000" cy="457200"/>
          </a:xfrm>
        </p:grpSpPr>
        <p:sp>
          <p:nvSpPr>
            <p:cNvPr id="160" name="Google Shape;160;p8"/>
            <p:cNvSpPr/>
            <p:nvPr/>
          </p:nvSpPr>
          <p:spPr>
            <a:xfrm>
              <a:off x="0" y="0"/>
              <a:ext cx="635000" cy="419100"/>
            </a:xfrm>
            <a:custGeom>
              <a:rect b="b" l="l" r="r" t="t"/>
              <a:pathLst>
                <a:path extrusionOk="0" h="419100" w="6350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txBox="1"/>
            <p:nvPr/>
          </p:nvSpPr>
          <p:spPr>
            <a:xfrm>
              <a:off x="0" y="-38100"/>
              <a:ext cx="635000" cy="4572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Tiempo de estudio</a:t>
              </a:r>
              <a:endParaRPr/>
            </a:p>
            <a:p>
              <a:pPr indent="0" lvl="0" marL="0" marR="0" rtl="0" algn="ctr">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(2/20 horas semanales)</a:t>
              </a:r>
              <a:endParaRPr/>
            </a:p>
          </p:txBody>
        </p:sp>
      </p:grpSp>
      <p:sp>
        <p:nvSpPr>
          <p:cNvPr id="162" name="Google Shape;162;p8"/>
          <p:cNvSpPr/>
          <p:nvPr/>
        </p:nvSpPr>
        <p:spPr>
          <a:xfrm>
            <a:off x="12511844" y="2740320"/>
            <a:ext cx="219168" cy="219168"/>
          </a:xfrm>
          <a:custGeom>
            <a:rect b="b" l="l" r="r" t="t"/>
            <a:pathLst>
              <a:path extrusionOk="0" h="219168" w="219168">
                <a:moveTo>
                  <a:pt x="0" y="0"/>
                </a:moveTo>
                <a:lnTo>
                  <a:pt x="219168" y="0"/>
                </a:lnTo>
                <a:lnTo>
                  <a:pt x="219168" y="219169"/>
                </a:lnTo>
                <a:lnTo>
                  <a:pt x="0" y="219169"/>
                </a:lnTo>
                <a:lnTo>
                  <a:pt x="0" y="0"/>
                </a:lnTo>
                <a:close/>
              </a:path>
            </a:pathLst>
          </a:custGeom>
          <a:blipFill rotWithShape="1">
            <a:blip r:embed="rId11">
              <a:alphaModFix/>
            </a:blip>
            <a:stretch>
              <a:fillRect b="0" l="0" r="0" t="0"/>
            </a:stretch>
          </a:blipFill>
          <a:ln>
            <a:noFill/>
          </a:ln>
        </p:spPr>
      </p:sp>
      <p:grpSp>
        <p:nvGrpSpPr>
          <p:cNvPr id="163" name="Google Shape;163;p8"/>
          <p:cNvGrpSpPr/>
          <p:nvPr/>
        </p:nvGrpSpPr>
        <p:grpSpPr>
          <a:xfrm>
            <a:off x="9835534" y="5240302"/>
            <a:ext cx="3086100" cy="2175701"/>
            <a:chOff x="0" y="-28575"/>
            <a:chExt cx="635000" cy="447675"/>
          </a:xfrm>
        </p:grpSpPr>
        <p:sp>
          <p:nvSpPr>
            <p:cNvPr id="164" name="Google Shape;164;p8"/>
            <p:cNvSpPr/>
            <p:nvPr/>
          </p:nvSpPr>
          <p:spPr>
            <a:xfrm>
              <a:off x="0" y="0"/>
              <a:ext cx="635000" cy="419100"/>
            </a:xfrm>
            <a:custGeom>
              <a:rect b="b" l="l" r="r" t="t"/>
              <a:pathLst>
                <a:path extrusionOk="0" h="419100" w="6350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txBox="1"/>
            <p:nvPr/>
          </p:nvSpPr>
          <p:spPr>
            <a:xfrm>
              <a:off x="0" y="-28575"/>
              <a:ext cx="635000" cy="44767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1400" u="none" cap="none" strike="noStrike">
                  <a:solidFill>
                    <a:srgbClr val="FFFFFF"/>
                  </a:solidFill>
                  <a:latin typeface="Open Sans"/>
                  <a:ea typeface="Open Sans"/>
                  <a:cs typeface="Open Sans"/>
                  <a:sym typeface="Open Sans"/>
                </a:rPr>
                <a:t>Rutina de ejercicios </a:t>
              </a:r>
              <a:endParaRPr/>
            </a:p>
            <a:p>
              <a:pPr indent="0" lvl="0" marL="0" marR="0" rtl="0" algn="ctr">
                <a:lnSpc>
                  <a:spcPct val="140000"/>
                </a:lnSpc>
                <a:spcBef>
                  <a:spcPts val="0"/>
                </a:spcBef>
                <a:spcAft>
                  <a:spcPts val="0"/>
                </a:spcAft>
                <a:buNone/>
              </a:pPr>
              <a:r>
                <a:t/>
              </a:r>
              <a:endParaRPr b="1" i="0" sz="1400" u="none" cap="none" strike="noStrike">
                <a:solidFill>
                  <a:srgbClr val="FFFFFF"/>
                </a:solidFill>
                <a:latin typeface="Open Sans"/>
                <a:ea typeface="Open Sans"/>
                <a:cs typeface="Open Sans"/>
                <a:sym typeface="Open Sans"/>
              </a:endParaRPr>
            </a:p>
            <a:p>
              <a:pPr indent="0" lvl="0" marL="0" marR="0" rtl="0" algn="l">
                <a:lnSpc>
                  <a:spcPct val="140000"/>
                </a:lnSpc>
                <a:spcBef>
                  <a:spcPts val="0"/>
                </a:spcBef>
                <a:spcAft>
                  <a:spcPts val="0"/>
                </a:spcAft>
                <a:buNone/>
              </a:pPr>
              <a:r>
                <a:rPr b="1" i="0" lang="en-US" sz="1400" u="none" cap="none" strike="noStrike">
                  <a:solidFill>
                    <a:srgbClr val="FFFFFF"/>
                  </a:solidFill>
                  <a:latin typeface="Open Sans"/>
                  <a:ea typeface="Open Sans"/>
                  <a:cs typeface="Open Sans"/>
                  <a:sym typeface="Open Sans"/>
                </a:rPr>
                <a:t>    </a:t>
              </a:r>
              <a:r>
                <a:rPr b="0" i="0" lang="en-US" sz="1400" u="none" cap="none" strike="noStrike">
                  <a:solidFill>
                    <a:srgbClr val="FFFFFF"/>
                  </a:solidFill>
                  <a:latin typeface="Open Sans"/>
                  <a:ea typeface="Open Sans"/>
                  <a:cs typeface="Open Sans"/>
                  <a:sym typeface="Open Sans"/>
                </a:rPr>
                <a:t>Trotar 15 minutos</a:t>
              </a:r>
              <a:endParaRPr/>
            </a:p>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    Press banca</a:t>
              </a:r>
              <a:endParaRPr/>
            </a:p>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    Curl de biceps</a:t>
              </a:r>
              <a:endParaRPr/>
            </a:p>
          </p:txBody>
        </p:sp>
      </p:grpSp>
      <p:sp>
        <p:nvSpPr>
          <p:cNvPr id="166" name="Google Shape;166;p8"/>
          <p:cNvSpPr/>
          <p:nvPr/>
        </p:nvSpPr>
        <p:spPr>
          <a:xfrm>
            <a:off x="12511844" y="5558196"/>
            <a:ext cx="219168" cy="219168"/>
          </a:xfrm>
          <a:custGeom>
            <a:rect b="b" l="l" r="r" t="t"/>
            <a:pathLst>
              <a:path extrusionOk="0" h="219168" w="219168">
                <a:moveTo>
                  <a:pt x="0" y="0"/>
                </a:moveTo>
                <a:lnTo>
                  <a:pt x="219168" y="0"/>
                </a:lnTo>
                <a:lnTo>
                  <a:pt x="219168" y="219169"/>
                </a:lnTo>
                <a:lnTo>
                  <a:pt x="0" y="219169"/>
                </a:lnTo>
                <a:lnTo>
                  <a:pt x="0" y="0"/>
                </a:lnTo>
                <a:close/>
              </a:path>
            </a:pathLst>
          </a:custGeom>
          <a:blipFill rotWithShape="1">
            <a:blip r:embed="rId11">
              <a:alphaModFix/>
            </a:blip>
            <a:stretch>
              <a:fillRect b="0" l="0" r="0" t="0"/>
            </a:stretch>
          </a:blipFill>
          <a:ln>
            <a:noFill/>
          </a:ln>
        </p:spPr>
      </p:sp>
      <p:sp>
        <p:nvSpPr>
          <p:cNvPr id="167" name="Google Shape;167;p8"/>
          <p:cNvSpPr/>
          <p:nvPr/>
        </p:nvSpPr>
        <p:spPr>
          <a:xfrm>
            <a:off x="12492887" y="6520294"/>
            <a:ext cx="245408" cy="245408"/>
          </a:xfrm>
          <a:custGeom>
            <a:rect b="b" l="l" r="r" t="t"/>
            <a:pathLst>
              <a:path extrusionOk="0" h="245408" w="245408">
                <a:moveTo>
                  <a:pt x="0" y="0"/>
                </a:moveTo>
                <a:lnTo>
                  <a:pt x="245409" y="0"/>
                </a:lnTo>
                <a:lnTo>
                  <a:pt x="245409" y="245409"/>
                </a:lnTo>
                <a:lnTo>
                  <a:pt x="0" y="245409"/>
                </a:lnTo>
                <a:lnTo>
                  <a:pt x="0" y="0"/>
                </a:lnTo>
                <a:close/>
              </a:path>
            </a:pathLst>
          </a:custGeom>
          <a:blipFill rotWithShape="1">
            <a:blip r:embed="rId12">
              <a:alphaModFix/>
            </a:blip>
            <a:stretch>
              <a:fillRect b="0" l="0" r="0" t="0"/>
            </a:stretch>
          </a:blipFill>
          <a:ln>
            <a:noFill/>
          </a:ln>
        </p:spPr>
      </p:sp>
      <p:sp>
        <p:nvSpPr>
          <p:cNvPr id="168" name="Google Shape;168;p8"/>
          <p:cNvSpPr/>
          <p:nvPr/>
        </p:nvSpPr>
        <p:spPr>
          <a:xfrm>
            <a:off x="12492822" y="6274886"/>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12">
              <a:alphaModFix/>
            </a:blip>
            <a:stretch>
              <a:fillRect b="0" l="0" r="0" t="0"/>
            </a:stretch>
          </a:blipFill>
          <a:ln>
            <a:noFill/>
          </a:ln>
        </p:spPr>
      </p:sp>
      <p:sp>
        <p:nvSpPr>
          <p:cNvPr id="169" name="Google Shape;169;p8"/>
          <p:cNvSpPr/>
          <p:nvPr/>
        </p:nvSpPr>
        <p:spPr>
          <a:xfrm>
            <a:off x="12492822" y="6765703"/>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12">
              <a:alphaModFix/>
            </a:blip>
            <a:stretch>
              <a:fillRect b="0" l="0" r="0" t="0"/>
            </a:stretch>
          </a:blipFill>
          <a:ln>
            <a:noFill/>
          </a:ln>
        </p:spPr>
      </p:sp>
      <p:sp>
        <p:nvSpPr>
          <p:cNvPr id="170" name="Google Shape;170;p8"/>
          <p:cNvSpPr/>
          <p:nvPr/>
        </p:nvSpPr>
        <p:spPr>
          <a:xfrm>
            <a:off x="12559520" y="6334094"/>
            <a:ext cx="123817" cy="126991"/>
          </a:xfrm>
          <a:custGeom>
            <a:rect b="b" l="l" r="r" t="t"/>
            <a:pathLst>
              <a:path extrusionOk="0" h="126991" w="123817">
                <a:moveTo>
                  <a:pt x="0" y="0"/>
                </a:moveTo>
                <a:lnTo>
                  <a:pt x="123817" y="0"/>
                </a:lnTo>
                <a:lnTo>
                  <a:pt x="123817" y="126992"/>
                </a:lnTo>
                <a:lnTo>
                  <a:pt x="0" y="126992"/>
                </a:lnTo>
                <a:lnTo>
                  <a:pt x="0" y="0"/>
                </a:lnTo>
                <a:close/>
              </a:path>
            </a:pathLst>
          </a:custGeom>
          <a:blipFill rotWithShape="1">
            <a:blip r:embed="rId13">
              <a:alphaModFix/>
            </a:blip>
            <a:stretch>
              <a:fillRect b="0" l="0" r="0" t="0"/>
            </a:stretch>
          </a:blipFill>
          <a:ln>
            <a:noFill/>
          </a:ln>
        </p:spPr>
      </p:sp>
      <p:grpSp>
        <p:nvGrpSpPr>
          <p:cNvPr id="171" name="Google Shape;171;p8"/>
          <p:cNvGrpSpPr/>
          <p:nvPr/>
        </p:nvGrpSpPr>
        <p:grpSpPr>
          <a:xfrm>
            <a:off x="13018605" y="2416640"/>
            <a:ext cx="301968" cy="2181487"/>
            <a:chOff x="0" y="-38100"/>
            <a:chExt cx="79531" cy="574548"/>
          </a:xfrm>
        </p:grpSpPr>
        <p:sp>
          <p:nvSpPr>
            <p:cNvPr id="172" name="Google Shape;172;p8"/>
            <p:cNvSpPr/>
            <p:nvPr/>
          </p:nvSpPr>
          <p:spPr>
            <a:xfrm>
              <a:off x="0" y="0"/>
              <a:ext cx="79531" cy="536448"/>
            </a:xfrm>
            <a:custGeom>
              <a:rect b="b" l="l" r="r" t="t"/>
              <a:pathLst>
                <a:path extrusionOk="0" h="536448" w="79531">
                  <a:moveTo>
                    <a:pt x="39765" y="0"/>
                  </a:moveTo>
                  <a:lnTo>
                    <a:pt x="39765" y="0"/>
                  </a:lnTo>
                  <a:cubicBezTo>
                    <a:pt x="50312" y="0"/>
                    <a:pt x="60426" y="4190"/>
                    <a:pt x="67884" y="11647"/>
                  </a:cubicBezTo>
                  <a:cubicBezTo>
                    <a:pt x="75341" y="19104"/>
                    <a:pt x="79531" y="29219"/>
                    <a:pt x="79531" y="39765"/>
                  </a:cubicBezTo>
                  <a:lnTo>
                    <a:pt x="79531" y="496683"/>
                  </a:lnTo>
                  <a:cubicBezTo>
                    <a:pt x="79531" y="507229"/>
                    <a:pt x="75341" y="517344"/>
                    <a:pt x="67884" y="524801"/>
                  </a:cubicBezTo>
                  <a:cubicBezTo>
                    <a:pt x="60426" y="532258"/>
                    <a:pt x="50312" y="536448"/>
                    <a:pt x="39765" y="536448"/>
                  </a:cubicBezTo>
                  <a:lnTo>
                    <a:pt x="39765" y="536448"/>
                  </a:lnTo>
                  <a:cubicBezTo>
                    <a:pt x="17804" y="536448"/>
                    <a:pt x="0" y="518644"/>
                    <a:pt x="0" y="496683"/>
                  </a:cubicBezTo>
                  <a:lnTo>
                    <a:pt x="0" y="39765"/>
                  </a:lnTo>
                  <a:cubicBezTo>
                    <a:pt x="0" y="17804"/>
                    <a:pt x="17804" y="0"/>
                    <a:pt x="39765" y="0"/>
                  </a:cubicBezTo>
                  <a:close/>
                </a:path>
              </a:pathLst>
            </a:custGeom>
            <a:solidFill>
              <a:srgbClr val="9371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txBox="1"/>
            <p:nvPr/>
          </p:nvSpPr>
          <p:spPr>
            <a:xfrm>
              <a:off x="0" y="-38100"/>
              <a:ext cx="79531" cy="574548"/>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4" name="Google Shape;174;p8"/>
          <p:cNvGrpSpPr/>
          <p:nvPr/>
        </p:nvGrpSpPr>
        <p:grpSpPr>
          <a:xfrm>
            <a:off x="13169589" y="2416640"/>
            <a:ext cx="166224" cy="2181487"/>
            <a:chOff x="0" y="-38100"/>
            <a:chExt cx="43779" cy="574548"/>
          </a:xfrm>
        </p:grpSpPr>
        <p:sp>
          <p:nvSpPr>
            <p:cNvPr id="175" name="Google Shape;175;p8"/>
            <p:cNvSpPr/>
            <p:nvPr/>
          </p:nvSpPr>
          <p:spPr>
            <a:xfrm>
              <a:off x="0" y="0"/>
              <a:ext cx="43779" cy="536448"/>
            </a:xfrm>
            <a:custGeom>
              <a:rect b="b" l="l" r="r" t="t"/>
              <a:pathLst>
                <a:path extrusionOk="0" h="536448" w="43779">
                  <a:moveTo>
                    <a:pt x="0" y="0"/>
                  </a:moveTo>
                  <a:lnTo>
                    <a:pt x="43779" y="0"/>
                  </a:lnTo>
                  <a:lnTo>
                    <a:pt x="43779" y="536448"/>
                  </a:lnTo>
                  <a:lnTo>
                    <a:pt x="0" y="536448"/>
                  </a:lnTo>
                  <a:close/>
                </a:path>
              </a:pathLst>
            </a:custGeom>
            <a:solidFill>
              <a:srgbClr val="937156"/>
            </a:solidFill>
            <a:ln>
              <a:noFill/>
            </a:ln>
          </p:spPr>
        </p:sp>
        <p:sp>
          <p:nvSpPr>
            <p:cNvPr id="176" name="Google Shape;176;p8"/>
            <p:cNvSpPr txBox="1"/>
            <p:nvPr/>
          </p:nvSpPr>
          <p:spPr>
            <a:xfrm>
              <a:off x="0" y="-38100"/>
              <a:ext cx="43779" cy="574548"/>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8"/>
          <p:cNvSpPr/>
          <p:nvPr/>
        </p:nvSpPr>
        <p:spPr>
          <a:xfrm>
            <a:off x="6302070" y="1761247"/>
            <a:ext cx="1089797" cy="1259881"/>
          </a:xfrm>
          <a:custGeom>
            <a:rect b="b" l="l" r="r" t="t"/>
            <a:pathLst>
              <a:path extrusionOk="0" h="1259881" w="1089797">
                <a:moveTo>
                  <a:pt x="0" y="0"/>
                </a:moveTo>
                <a:lnTo>
                  <a:pt x="1089796" y="0"/>
                </a:lnTo>
                <a:lnTo>
                  <a:pt x="1089796" y="1259880"/>
                </a:lnTo>
                <a:lnTo>
                  <a:pt x="0" y="1259880"/>
                </a:lnTo>
                <a:lnTo>
                  <a:pt x="0" y="0"/>
                </a:lnTo>
                <a:close/>
              </a:path>
            </a:pathLst>
          </a:custGeom>
          <a:blipFill rotWithShape="1">
            <a:blip r:embed="rId6">
              <a:alphaModFix/>
            </a:blip>
            <a:stretch>
              <a:fillRect b="0" l="0" r="0" t="0"/>
            </a:stretch>
          </a:blipFill>
          <a:ln>
            <a:noFill/>
          </a:ln>
        </p:spPr>
      </p:sp>
      <p:sp>
        <p:nvSpPr>
          <p:cNvPr id="178" name="Google Shape;178;p8"/>
          <p:cNvSpPr/>
          <p:nvPr/>
        </p:nvSpPr>
        <p:spPr>
          <a:xfrm>
            <a:off x="7367291" y="2361687"/>
            <a:ext cx="912924" cy="625353"/>
          </a:xfrm>
          <a:custGeom>
            <a:rect b="b" l="l" r="r" t="t"/>
            <a:pathLst>
              <a:path extrusionOk="0" h="625353" w="912924">
                <a:moveTo>
                  <a:pt x="0" y="0"/>
                </a:moveTo>
                <a:lnTo>
                  <a:pt x="912924" y="0"/>
                </a:lnTo>
                <a:lnTo>
                  <a:pt x="912924" y="625353"/>
                </a:lnTo>
                <a:lnTo>
                  <a:pt x="0" y="625353"/>
                </a:lnTo>
                <a:lnTo>
                  <a:pt x="0" y="0"/>
                </a:lnTo>
                <a:close/>
              </a:path>
            </a:pathLst>
          </a:custGeom>
          <a:blipFill rotWithShape="1">
            <a:blip r:embed="rId14">
              <a:alphaModFix/>
            </a:blip>
            <a:stretch>
              <a:fillRect b="0" l="0" r="0" t="0"/>
            </a:stretch>
          </a:blipFill>
          <a:ln>
            <a:noFill/>
          </a:ln>
        </p:spPr>
      </p:sp>
      <p:grpSp>
        <p:nvGrpSpPr>
          <p:cNvPr id="179" name="Google Shape;179;p8"/>
          <p:cNvGrpSpPr/>
          <p:nvPr/>
        </p:nvGrpSpPr>
        <p:grpSpPr>
          <a:xfrm>
            <a:off x="5303918" y="3539924"/>
            <a:ext cx="3086100" cy="2175701"/>
            <a:chOff x="0" y="-28575"/>
            <a:chExt cx="635000" cy="447675"/>
          </a:xfrm>
        </p:grpSpPr>
        <p:sp>
          <p:nvSpPr>
            <p:cNvPr id="180" name="Google Shape;180;p8"/>
            <p:cNvSpPr/>
            <p:nvPr/>
          </p:nvSpPr>
          <p:spPr>
            <a:xfrm>
              <a:off x="0" y="0"/>
              <a:ext cx="635000" cy="419100"/>
            </a:xfrm>
            <a:custGeom>
              <a:rect b="b" l="l" r="r" t="t"/>
              <a:pathLst>
                <a:path extrusionOk="0" h="419100" w="6350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txBox="1"/>
            <p:nvPr/>
          </p:nvSpPr>
          <p:spPr>
            <a:xfrm>
              <a:off x="0" y="-28575"/>
              <a:ext cx="635000" cy="44767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1400" u="none" cap="none" strike="noStrike">
                  <a:solidFill>
                    <a:srgbClr val="FFFFFF"/>
                  </a:solidFill>
                  <a:latin typeface="Open Sans"/>
                  <a:ea typeface="Open Sans"/>
                  <a:cs typeface="Open Sans"/>
                  <a:sym typeface="Open Sans"/>
                </a:rPr>
                <a:t>Rutina de ejercicios </a:t>
              </a:r>
              <a:endParaRPr/>
            </a:p>
            <a:p>
              <a:pPr indent="0" lvl="0" marL="0" marR="0" rtl="0" algn="ctr">
                <a:lnSpc>
                  <a:spcPct val="140000"/>
                </a:lnSpc>
                <a:spcBef>
                  <a:spcPts val="0"/>
                </a:spcBef>
                <a:spcAft>
                  <a:spcPts val="0"/>
                </a:spcAft>
                <a:buNone/>
              </a:pPr>
              <a:r>
                <a:t/>
              </a:r>
              <a:endParaRPr b="1" i="0" sz="1400" u="none" cap="none" strike="noStrike">
                <a:solidFill>
                  <a:srgbClr val="FFFFFF"/>
                </a:solidFill>
                <a:latin typeface="Open Sans"/>
                <a:ea typeface="Open Sans"/>
                <a:cs typeface="Open Sans"/>
                <a:sym typeface="Open Sans"/>
              </a:endParaRPr>
            </a:p>
            <a:p>
              <a:pPr indent="0" lvl="0" marL="0" marR="0" rtl="0" algn="l">
                <a:lnSpc>
                  <a:spcPct val="140000"/>
                </a:lnSpc>
                <a:spcBef>
                  <a:spcPts val="0"/>
                </a:spcBef>
                <a:spcAft>
                  <a:spcPts val="0"/>
                </a:spcAft>
                <a:buNone/>
              </a:pPr>
              <a:r>
                <a:rPr b="1" i="0" lang="en-US" sz="1400" u="none" cap="none" strike="noStrike">
                  <a:solidFill>
                    <a:srgbClr val="FFFFFF"/>
                  </a:solidFill>
                  <a:latin typeface="Open Sans"/>
                  <a:ea typeface="Open Sans"/>
                  <a:cs typeface="Open Sans"/>
                  <a:sym typeface="Open Sans"/>
                </a:rPr>
                <a:t>    </a:t>
              </a:r>
              <a:r>
                <a:rPr b="0" i="0" lang="en-US" sz="1400" u="none" cap="none" strike="noStrike">
                  <a:solidFill>
                    <a:srgbClr val="FFFFFF"/>
                  </a:solidFill>
                  <a:latin typeface="Open Sans"/>
                  <a:ea typeface="Open Sans"/>
                  <a:cs typeface="Open Sans"/>
                  <a:sym typeface="Open Sans"/>
                </a:rPr>
                <a:t>Trotar 15 minutos</a:t>
              </a:r>
              <a:endParaRPr/>
            </a:p>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    Press banca</a:t>
              </a:r>
              <a:endParaRPr/>
            </a:p>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    Curl de biceps</a:t>
              </a:r>
              <a:endParaRPr/>
            </a:p>
          </p:txBody>
        </p:sp>
      </p:grpSp>
      <p:sp>
        <p:nvSpPr>
          <p:cNvPr id="182" name="Google Shape;182;p8"/>
          <p:cNvSpPr/>
          <p:nvPr/>
        </p:nvSpPr>
        <p:spPr>
          <a:xfrm>
            <a:off x="7961271" y="4819916"/>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12">
              <a:alphaModFix/>
            </a:blip>
            <a:stretch>
              <a:fillRect b="0" l="0" r="0" t="0"/>
            </a:stretch>
          </a:blipFill>
          <a:ln>
            <a:noFill/>
          </a:ln>
        </p:spPr>
      </p:sp>
      <p:sp>
        <p:nvSpPr>
          <p:cNvPr id="183" name="Google Shape;183;p8"/>
          <p:cNvSpPr/>
          <p:nvPr/>
        </p:nvSpPr>
        <p:spPr>
          <a:xfrm>
            <a:off x="7961205" y="4574508"/>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12">
              <a:alphaModFix/>
            </a:blip>
            <a:stretch>
              <a:fillRect b="0" l="0" r="0" t="0"/>
            </a:stretch>
          </a:blipFill>
          <a:ln>
            <a:noFill/>
          </a:ln>
        </p:spPr>
      </p:sp>
      <p:sp>
        <p:nvSpPr>
          <p:cNvPr id="184" name="Google Shape;184;p8"/>
          <p:cNvSpPr/>
          <p:nvPr/>
        </p:nvSpPr>
        <p:spPr>
          <a:xfrm>
            <a:off x="7961205" y="5065324"/>
            <a:ext cx="245408" cy="245408"/>
          </a:xfrm>
          <a:custGeom>
            <a:rect b="b" l="l" r="r" t="t"/>
            <a:pathLst>
              <a:path extrusionOk="0" h="245408" w="245408">
                <a:moveTo>
                  <a:pt x="0" y="0"/>
                </a:moveTo>
                <a:lnTo>
                  <a:pt x="245408" y="0"/>
                </a:lnTo>
                <a:lnTo>
                  <a:pt x="245408" y="245409"/>
                </a:lnTo>
                <a:lnTo>
                  <a:pt x="0" y="245409"/>
                </a:lnTo>
                <a:lnTo>
                  <a:pt x="0" y="0"/>
                </a:lnTo>
                <a:close/>
              </a:path>
            </a:pathLst>
          </a:custGeom>
          <a:blipFill rotWithShape="1">
            <a:blip r:embed="rId12">
              <a:alphaModFix/>
            </a:blip>
            <a:stretch>
              <a:fillRect b="0" l="0" r="0" t="0"/>
            </a:stretch>
          </a:blipFill>
          <a:ln>
            <a:noFill/>
          </a:ln>
        </p:spPr>
      </p:sp>
      <p:sp>
        <p:nvSpPr>
          <p:cNvPr id="185" name="Google Shape;185;p8"/>
          <p:cNvSpPr/>
          <p:nvPr/>
        </p:nvSpPr>
        <p:spPr>
          <a:xfrm>
            <a:off x="8027903" y="4633716"/>
            <a:ext cx="123817" cy="126991"/>
          </a:xfrm>
          <a:custGeom>
            <a:rect b="b" l="l" r="r" t="t"/>
            <a:pathLst>
              <a:path extrusionOk="0" h="126991" w="123817">
                <a:moveTo>
                  <a:pt x="0" y="0"/>
                </a:moveTo>
                <a:lnTo>
                  <a:pt x="123817" y="0"/>
                </a:lnTo>
                <a:lnTo>
                  <a:pt x="123817" y="126991"/>
                </a:lnTo>
                <a:lnTo>
                  <a:pt x="0" y="126991"/>
                </a:lnTo>
                <a:lnTo>
                  <a:pt x="0" y="0"/>
                </a:lnTo>
                <a:close/>
              </a:path>
            </a:pathLst>
          </a:custGeom>
          <a:blipFill rotWithShape="1">
            <a:blip r:embed="rId13">
              <a:alphaModFix/>
            </a:blip>
            <a:stretch>
              <a:fillRect b="0" l="0" r="0" t="0"/>
            </a:stretch>
          </a:blipFill>
          <a:ln>
            <a:noFill/>
          </a:ln>
        </p:spPr>
      </p:sp>
      <p:grpSp>
        <p:nvGrpSpPr>
          <p:cNvPr id="186" name="Google Shape;186;p8"/>
          <p:cNvGrpSpPr/>
          <p:nvPr/>
        </p:nvGrpSpPr>
        <p:grpSpPr>
          <a:xfrm>
            <a:off x="5303918" y="5684828"/>
            <a:ext cx="3086100" cy="2221992"/>
            <a:chOff x="0" y="-38100"/>
            <a:chExt cx="635000" cy="457200"/>
          </a:xfrm>
        </p:grpSpPr>
        <p:sp>
          <p:nvSpPr>
            <p:cNvPr id="187" name="Google Shape;187;p8"/>
            <p:cNvSpPr/>
            <p:nvPr/>
          </p:nvSpPr>
          <p:spPr>
            <a:xfrm>
              <a:off x="0" y="0"/>
              <a:ext cx="635000" cy="419100"/>
            </a:xfrm>
            <a:custGeom>
              <a:rect b="b" l="l" r="r" t="t"/>
              <a:pathLst>
                <a:path extrusionOk="0" h="419100" w="6350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9371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txBox="1"/>
            <p:nvPr/>
          </p:nvSpPr>
          <p:spPr>
            <a:xfrm>
              <a:off x="0" y="-38100"/>
              <a:ext cx="635000" cy="4572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8"/>
          <p:cNvSpPr/>
          <p:nvPr/>
        </p:nvSpPr>
        <p:spPr>
          <a:xfrm>
            <a:off x="6508655" y="7077690"/>
            <a:ext cx="676625" cy="676625"/>
          </a:xfrm>
          <a:custGeom>
            <a:rect b="b" l="l" r="r" t="t"/>
            <a:pathLst>
              <a:path extrusionOk="0" h="676625" w="676625">
                <a:moveTo>
                  <a:pt x="0" y="0"/>
                </a:moveTo>
                <a:lnTo>
                  <a:pt x="676626" y="0"/>
                </a:lnTo>
                <a:lnTo>
                  <a:pt x="676626" y="676626"/>
                </a:lnTo>
                <a:lnTo>
                  <a:pt x="0" y="676626"/>
                </a:lnTo>
                <a:lnTo>
                  <a:pt x="0" y="0"/>
                </a:lnTo>
                <a:close/>
              </a:path>
            </a:pathLst>
          </a:custGeom>
          <a:blipFill rotWithShape="1">
            <a:blip r:embed="rId15">
              <a:alphaModFix/>
            </a:blip>
            <a:stretch>
              <a:fillRect b="0" l="0" r="0" t="0"/>
            </a:stretch>
          </a:blipFill>
          <a:ln>
            <a:noFill/>
          </a:ln>
        </p:spPr>
      </p:sp>
      <p:grpSp>
        <p:nvGrpSpPr>
          <p:cNvPr id="190" name="Google Shape;190;p8"/>
          <p:cNvGrpSpPr/>
          <p:nvPr/>
        </p:nvGrpSpPr>
        <p:grpSpPr>
          <a:xfrm>
            <a:off x="7432846" y="7077690"/>
            <a:ext cx="676625" cy="676625"/>
            <a:chOff x="0" y="0"/>
            <a:chExt cx="812800" cy="812800"/>
          </a:xfrm>
        </p:grpSpPr>
        <p:sp>
          <p:nvSpPr>
            <p:cNvPr id="191" name="Google Shape;191;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8"/>
          <p:cNvSpPr/>
          <p:nvPr/>
        </p:nvSpPr>
        <p:spPr>
          <a:xfrm>
            <a:off x="7620837" y="7262614"/>
            <a:ext cx="300643" cy="306779"/>
          </a:xfrm>
          <a:custGeom>
            <a:rect b="b" l="l" r="r" t="t"/>
            <a:pathLst>
              <a:path extrusionOk="0" h="306779" w="300643">
                <a:moveTo>
                  <a:pt x="0" y="0"/>
                </a:moveTo>
                <a:lnTo>
                  <a:pt x="300644" y="0"/>
                </a:lnTo>
                <a:lnTo>
                  <a:pt x="300644" y="306779"/>
                </a:lnTo>
                <a:lnTo>
                  <a:pt x="0" y="306779"/>
                </a:lnTo>
                <a:lnTo>
                  <a:pt x="0" y="0"/>
                </a:lnTo>
                <a:close/>
              </a:path>
            </a:pathLst>
          </a:custGeom>
          <a:blipFill rotWithShape="1">
            <a:blip r:embed="rId16">
              <a:alphaModFix/>
            </a:blip>
            <a:stretch>
              <a:fillRect b="0" l="0" r="0" t="0"/>
            </a:stretch>
          </a:blipFill>
          <a:ln>
            <a:noFill/>
          </a:ln>
        </p:spPr>
      </p:sp>
      <p:grpSp>
        <p:nvGrpSpPr>
          <p:cNvPr id="194" name="Google Shape;194;p8"/>
          <p:cNvGrpSpPr/>
          <p:nvPr/>
        </p:nvGrpSpPr>
        <p:grpSpPr>
          <a:xfrm>
            <a:off x="5584380" y="7077690"/>
            <a:ext cx="676625" cy="676625"/>
            <a:chOff x="0" y="0"/>
            <a:chExt cx="812800" cy="812800"/>
          </a:xfrm>
        </p:grpSpPr>
        <p:sp>
          <p:nvSpPr>
            <p:cNvPr id="195" name="Google Shape;195;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7" name="Google Shape;197;p8"/>
          <p:cNvSpPr/>
          <p:nvPr/>
        </p:nvSpPr>
        <p:spPr>
          <a:xfrm>
            <a:off x="5706209" y="7218681"/>
            <a:ext cx="433135" cy="433135"/>
          </a:xfrm>
          <a:custGeom>
            <a:rect b="b" l="l" r="r" t="t"/>
            <a:pathLst>
              <a:path extrusionOk="0" h="433135" w="433135">
                <a:moveTo>
                  <a:pt x="0" y="0"/>
                </a:moveTo>
                <a:lnTo>
                  <a:pt x="433135" y="0"/>
                </a:lnTo>
                <a:lnTo>
                  <a:pt x="433135" y="433135"/>
                </a:lnTo>
                <a:lnTo>
                  <a:pt x="0" y="433135"/>
                </a:lnTo>
                <a:lnTo>
                  <a:pt x="0" y="0"/>
                </a:lnTo>
                <a:close/>
              </a:path>
            </a:pathLst>
          </a:custGeom>
          <a:blipFill rotWithShape="1">
            <a:blip r:embed="rId17">
              <a:alphaModFix/>
            </a:blip>
            <a:stretch>
              <a:fillRect b="0" l="0" r="0" t="0"/>
            </a:stretch>
          </a:blipFill>
          <a:ln>
            <a:noFill/>
          </a:ln>
        </p:spPr>
      </p:sp>
      <p:sp>
        <p:nvSpPr>
          <p:cNvPr id="198" name="Google Shape;198;p8"/>
          <p:cNvSpPr/>
          <p:nvPr/>
        </p:nvSpPr>
        <p:spPr>
          <a:xfrm rot="-8004924">
            <a:off x="7240532" y="5262906"/>
            <a:ext cx="620093" cy="176727"/>
          </a:xfrm>
          <a:custGeom>
            <a:rect b="b" l="l" r="r" t="t"/>
            <a:pathLst>
              <a:path extrusionOk="0" h="176727" w="620093">
                <a:moveTo>
                  <a:pt x="0" y="0"/>
                </a:moveTo>
                <a:lnTo>
                  <a:pt x="620094" y="0"/>
                </a:lnTo>
                <a:lnTo>
                  <a:pt x="620094" y="176727"/>
                </a:lnTo>
                <a:lnTo>
                  <a:pt x="0" y="176727"/>
                </a:lnTo>
                <a:lnTo>
                  <a:pt x="0" y="0"/>
                </a:lnTo>
                <a:close/>
              </a:path>
            </a:pathLst>
          </a:custGeom>
          <a:blipFill rotWithShape="1">
            <a:blip r:embed="rId18">
              <a:alphaModFix/>
            </a:blip>
            <a:stretch>
              <a:fillRect b="0" l="0" r="0" t="0"/>
            </a:stretch>
          </a:blipFill>
          <a:ln>
            <a:noFill/>
          </a:ln>
        </p:spPr>
      </p:sp>
      <p:sp>
        <p:nvSpPr>
          <p:cNvPr id="199" name="Google Shape;199;p8"/>
          <p:cNvSpPr/>
          <p:nvPr/>
        </p:nvSpPr>
        <p:spPr>
          <a:xfrm flipH="1" rot="-4316075">
            <a:off x="7773863" y="6109767"/>
            <a:ext cx="620093" cy="176727"/>
          </a:xfrm>
          <a:custGeom>
            <a:rect b="b" l="l" r="r" t="t"/>
            <a:pathLst>
              <a:path extrusionOk="0" h="176727" w="620093">
                <a:moveTo>
                  <a:pt x="620093" y="0"/>
                </a:moveTo>
                <a:lnTo>
                  <a:pt x="0" y="0"/>
                </a:lnTo>
                <a:lnTo>
                  <a:pt x="0" y="176727"/>
                </a:lnTo>
                <a:lnTo>
                  <a:pt x="620093" y="176727"/>
                </a:lnTo>
                <a:lnTo>
                  <a:pt x="620093" y="0"/>
                </a:lnTo>
                <a:close/>
              </a:path>
            </a:pathLst>
          </a:custGeom>
          <a:blipFill rotWithShape="1">
            <a:blip r:embed="rId18">
              <a:alphaModFix/>
            </a:blip>
            <a:stretch>
              <a:fillRect b="0" l="0" r="0" t="0"/>
            </a:stretch>
          </a:blipFill>
          <a:ln>
            <a:noFill/>
          </a:ln>
        </p:spPr>
      </p:sp>
      <p:sp>
        <p:nvSpPr>
          <p:cNvPr id="200" name="Google Shape;200;p8"/>
          <p:cNvSpPr/>
          <p:nvPr/>
        </p:nvSpPr>
        <p:spPr>
          <a:xfrm>
            <a:off x="15494667" y="1716277"/>
            <a:ext cx="1089797" cy="1259881"/>
          </a:xfrm>
          <a:custGeom>
            <a:rect b="b" l="l" r="r" t="t"/>
            <a:pathLst>
              <a:path extrusionOk="0" h="1259881" w="1089797">
                <a:moveTo>
                  <a:pt x="0" y="0"/>
                </a:moveTo>
                <a:lnTo>
                  <a:pt x="1089797" y="0"/>
                </a:lnTo>
                <a:lnTo>
                  <a:pt x="1089797" y="1259880"/>
                </a:lnTo>
                <a:lnTo>
                  <a:pt x="0" y="1259880"/>
                </a:lnTo>
                <a:lnTo>
                  <a:pt x="0" y="0"/>
                </a:lnTo>
                <a:close/>
              </a:path>
            </a:pathLst>
          </a:custGeom>
          <a:blipFill rotWithShape="1">
            <a:blip r:embed="rId6">
              <a:alphaModFix/>
            </a:blip>
            <a:stretch>
              <a:fillRect b="0" l="0" r="0" t="0"/>
            </a:stretch>
          </a:blipFill>
          <a:ln>
            <a:noFill/>
          </a:ln>
        </p:spPr>
      </p:sp>
      <p:grpSp>
        <p:nvGrpSpPr>
          <p:cNvPr id="201" name="Google Shape;201;p8"/>
          <p:cNvGrpSpPr/>
          <p:nvPr/>
        </p:nvGrpSpPr>
        <p:grpSpPr>
          <a:xfrm>
            <a:off x="16246151" y="2525527"/>
            <a:ext cx="676625" cy="676625"/>
            <a:chOff x="0" y="0"/>
            <a:chExt cx="812800" cy="812800"/>
          </a:xfrm>
        </p:grpSpPr>
        <p:sp>
          <p:nvSpPr>
            <p:cNvPr id="202" name="Google Shape;202;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8"/>
          <p:cNvSpPr/>
          <p:nvPr/>
        </p:nvSpPr>
        <p:spPr>
          <a:xfrm>
            <a:off x="16344080" y="2681148"/>
            <a:ext cx="480767" cy="365383"/>
          </a:xfrm>
          <a:custGeom>
            <a:rect b="b" l="l" r="r" t="t"/>
            <a:pathLst>
              <a:path extrusionOk="0" h="365383" w="480767">
                <a:moveTo>
                  <a:pt x="0" y="0"/>
                </a:moveTo>
                <a:lnTo>
                  <a:pt x="480768" y="0"/>
                </a:lnTo>
                <a:lnTo>
                  <a:pt x="480768" y="365383"/>
                </a:lnTo>
                <a:lnTo>
                  <a:pt x="0" y="365383"/>
                </a:lnTo>
                <a:lnTo>
                  <a:pt x="0" y="0"/>
                </a:lnTo>
                <a:close/>
              </a:path>
            </a:pathLst>
          </a:custGeom>
          <a:blipFill rotWithShape="1">
            <a:blip r:embed="rId19">
              <a:alphaModFix/>
            </a:blip>
            <a:stretch>
              <a:fillRect b="0" l="0" r="0" t="0"/>
            </a:stretch>
          </a:blipFill>
          <a:ln>
            <a:noFill/>
          </a:ln>
        </p:spPr>
      </p:sp>
      <p:grpSp>
        <p:nvGrpSpPr>
          <p:cNvPr id="205" name="Google Shape;205;p8"/>
          <p:cNvGrpSpPr/>
          <p:nvPr/>
        </p:nvGrpSpPr>
        <p:grpSpPr>
          <a:xfrm>
            <a:off x="15952964" y="3392296"/>
            <a:ext cx="1194262" cy="695978"/>
            <a:chOff x="0" y="-38100"/>
            <a:chExt cx="245733" cy="143206"/>
          </a:xfrm>
        </p:grpSpPr>
        <p:sp>
          <p:nvSpPr>
            <p:cNvPr id="206" name="Google Shape;206;p8"/>
            <p:cNvSpPr/>
            <p:nvPr/>
          </p:nvSpPr>
          <p:spPr>
            <a:xfrm>
              <a:off x="0" y="0"/>
              <a:ext cx="245733" cy="105106"/>
            </a:xfrm>
            <a:custGeom>
              <a:rect b="b" l="l" r="r" t="t"/>
              <a:pathLst>
                <a:path extrusionOk="0" h="105106" w="245733">
                  <a:moveTo>
                    <a:pt x="52553" y="0"/>
                  </a:moveTo>
                  <a:lnTo>
                    <a:pt x="193180" y="0"/>
                  </a:lnTo>
                  <a:cubicBezTo>
                    <a:pt x="222204" y="0"/>
                    <a:pt x="245733" y="23529"/>
                    <a:pt x="245733" y="52553"/>
                  </a:cubicBezTo>
                  <a:lnTo>
                    <a:pt x="245733" y="52553"/>
                  </a:lnTo>
                  <a:cubicBezTo>
                    <a:pt x="245733" y="81577"/>
                    <a:pt x="222204" y="105106"/>
                    <a:pt x="193180" y="105106"/>
                  </a:cubicBezTo>
                  <a:lnTo>
                    <a:pt x="52553" y="105106"/>
                  </a:lnTo>
                  <a:cubicBezTo>
                    <a:pt x="23529" y="105106"/>
                    <a:pt x="0" y="81577"/>
                    <a:pt x="0" y="52553"/>
                  </a:cubicBezTo>
                  <a:lnTo>
                    <a:pt x="0" y="52553"/>
                  </a:lnTo>
                  <a:cubicBezTo>
                    <a:pt x="0" y="23529"/>
                    <a:pt x="23529" y="0"/>
                    <a:pt x="52553"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0" y="-38100"/>
              <a:ext cx="245733" cy="143206"/>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8"/>
          <p:cNvGrpSpPr/>
          <p:nvPr/>
        </p:nvGrpSpPr>
        <p:grpSpPr>
          <a:xfrm>
            <a:off x="14959041" y="3490812"/>
            <a:ext cx="1643286" cy="597462"/>
            <a:chOff x="0" y="-38100"/>
            <a:chExt cx="734208" cy="266942"/>
          </a:xfrm>
        </p:grpSpPr>
        <p:sp>
          <p:nvSpPr>
            <p:cNvPr id="209" name="Google Shape;209;p8"/>
            <p:cNvSpPr/>
            <p:nvPr/>
          </p:nvSpPr>
          <p:spPr>
            <a:xfrm>
              <a:off x="0" y="0"/>
              <a:ext cx="734208" cy="228842"/>
            </a:xfrm>
            <a:custGeom>
              <a:rect b="b" l="l" r="r" t="t"/>
              <a:pathLst>
                <a:path extrusionOk="0" h="228842" w="734208">
                  <a:moveTo>
                    <a:pt x="114421" y="0"/>
                  </a:moveTo>
                  <a:lnTo>
                    <a:pt x="619787" y="0"/>
                  </a:lnTo>
                  <a:cubicBezTo>
                    <a:pt x="650133" y="0"/>
                    <a:pt x="679236" y="12055"/>
                    <a:pt x="700695" y="33513"/>
                  </a:cubicBezTo>
                  <a:cubicBezTo>
                    <a:pt x="722153" y="54971"/>
                    <a:pt x="734208" y="84075"/>
                    <a:pt x="734208" y="114421"/>
                  </a:cubicBezTo>
                  <a:lnTo>
                    <a:pt x="734208" y="114421"/>
                  </a:lnTo>
                  <a:cubicBezTo>
                    <a:pt x="734208" y="144767"/>
                    <a:pt x="722153" y="173871"/>
                    <a:pt x="700695" y="195329"/>
                  </a:cubicBezTo>
                  <a:cubicBezTo>
                    <a:pt x="679236" y="216787"/>
                    <a:pt x="650133" y="228842"/>
                    <a:pt x="619787" y="228842"/>
                  </a:cubicBezTo>
                  <a:lnTo>
                    <a:pt x="114421" y="228842"/>
                  </a:lnTo>
                  <a:cubicBezTo>
                    <a:pt x="84075" y="228842"/>
                    <a:pt x="54971" y="216787"/>
                    <a:pt x="33513" y="195329"/>
                  </a:cubicBezTo>
                  <a:cubicBezTo>
                    <a:pt x="12055" y="173871"/>
                    <a:pt x="0" y="144767"/>
                    <a:pt x="0" y="114421"/>
                  </a:cubicBezTo>
                  <a:lnTo>
                    <a:pt x="0" y="114421"/>
                  </a:lnTo>
                  <a:cubicBezTo>
                    <a:pt x="0" y="84075"/>
                    <a:pt x="12055" y="54971"/>
                    <a:pt x="33513" y="33513"/>
                  </a:cubicBezTo>
                  <a:cubicBezTo>
                    <a:pt x="54971" y="12055"/>
                    <a:pt x="84075" y="0"/>
                    <a:pt x="114421"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txBox="1"/>
            <p:nvPr/>
          </p:nvSpPr>
          <p:spPr>
            <a:xfrm>
              <a:off x="0" y="-38100"/>
              <a:ext cx="734208" cy="266942"/>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Temporal</a:t>
              </a:r>
              <a:endParaRPr/>
            </a:p>
          </p:txBody>
        </p:sp>
      </p:grpSp>
      <p:grpSp>
        <p:nvGrpSpPr>
          <p:cNvPr id="211" name="Google Shape;211;p8"/>
          <p:cNvGrpSpPr/>
          <p:nvPr/>
        </p:nvGrpSpPr>
        <p:grpSpPr>
          <a:xfrm>
            <a:off x="14583872" y="4192457"/>
            <a:ext cx="2938523" cy="697353"/>
            <a:chOff x="0" y="-38100"/>
            <a:chExt cx="604634" cy="143489"/>
          </a:xfrm>
        </p:grpSpPr>
        <p:sp>
          <p:nvSpPr>
            <p:cNvPr id="212" name="Google Shape;212;p8"/>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Titulo</a:t>
              </a:r>
              <a:endParaRPr/>
            </a:p>
          </p:txBody>
        </p:sp>
      </p:grpSp>
      <p:sp>
        <p:nvSpPr>
          <p:cNvPr id="214" name="Google Shape;214;p8"/>
          <p:cNvSpPr/>
          <p:nvPr/>
        </p:nvSpPr>
        <p:spPr>
          <a:xfrm>
            <a:off x="17195953" y="4464923"/>
            <a:ext cx="219168" cy="219168"/>
          </a:xfrm>
          <a:custGeom>
            <a:rect b="b" l="l" r="r" t="t"/>
            <a:pathLst>
              <a:path extrusionOk="0" h="219168" w="219168">
                <a:moveTo>
                  <a:pt x="0" y="0"/>
                </a:moveTo>
                <a:lnTo>
                  <a:pt x="219168" y="0"/>
                </a:lnTo>
                <a:lnTo>
                  <a:pt x="219168" y="219169"/>
                </a:lnTo>
                <a:lnTo>
                  <a:pt x="0" y="219169"/>
                </a:lnTo>
                <a:lnTo>
                  <a:pt x="0" y="0"/>
                </a:lnTo>
                <a:close/>
              </a:path>
            </a:pathLst>
          </a:custGeom>
          <a:blipFill rotWithShape="1">
            <a:blip r:embed="rId11">
              <a:alphaModFix/>
            </a:blip>
            <a:stretch>
              <a:fillRect b="0" l="0" r="0" t="0"/>
            </a:stretch>
          </a:blipFill>
          <a:ln>
            <a:noFill/>
          </a:ln>
        </p:spPr>
      </p:sp>
      <p:grpSp>
        <p:nvGrpSpPr>
          <p:cNvPr id="215" name="Google Shape;215;p8"/>
          <p:cNvGrpSpPr/>
          <p:nvPr/>
        </p:nvGrpSpPr>
        <p:grpSpPr>
          <a:xfrm>
            <a:off x="14583872" y="4860843"/>
            <a:ext cx="2938523" cy="697353"/>
            <a:chOff x="0" y="-38100"/>
            <a:chExt cx="604634" cy="143489"/>
          </a:xfrm>
        </p:grpSpPr>
        <p:sp>
          <p:nvSpPr>
            <p:cNvPr id="216" name="Google Shape;216;p8"/>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Unidad</a:t>
              </a:r>
              <a:endParaRPr/>
            </a:p>
          </p:txBody>
        </p:sp>
      </p:grpSp>
      <p:sp>
        <p:nvSpPr>
          <p:cNvPr id="218" name="Google Shape;218;p8"/>
          <p:cNvSpPr/>
          <p:nvPr/>
        </p:nvSpPr>
        <p:spPr>
          <a:xfrm>
            <a:off x="17149716" y="5091564"/>
            <a:ext cx="219168" cy="219168"/>
          </a:xfrm>
          <a:custGeom>
            <a:rect b="b" l="l" r="r" t="t"/>
            <a:pathLst>
              <a:path extrusionOk="0" h="219168" w="219168">
                <a:moveTo>
                  <a:pt x="0" y="0"/>
                </a:moveTo>
                <a:lnTo>
                  <a:pt x="219168" y="0"/>
                </a:lnTo>
                <a:lnTo>
                  <a:pt x="219168" y="219169"/>
                </a:lnTo>
                <a:lnTo>
                  <a:pt x="0" y="219169"/>
                </a:lnTo>
                <a:lnTo>
                  <a:pt x="0" y="0"/>
                </a:lnTo>
                <a:close/>
              </a:path>
            </a:pathLst>
          </a:custGeom>
          <a:blipFill rotWithShape="1">
            <a:blip r:embed="rId11">
              <a:alphaModFix/>
            </a:blip>
            <a:stretch>
              <a:fillRect b="0" l="0" r="0" t="0"/>
            </a:stretch>
          </a:blipFill>
          <a:ln>
            <a:noFill/>
          </a:ln>
        </p:spPr>
      </p:sp>
      <p:grpSp>
        <p:nvGrpSpPr>
          <p:cNvPr id="219" name="Google Shape;219;p8"/>
          <p:cNvGrpSpPr/>
          <p:nvPr/>
        </p:nvGrpSpPr>
        <p:grpSpPr>
          <a:xfrm>
            <a:off x="14583872" y="5525431"/>
            <a:ext cx="2938523" cy="697353"/>
            <a:chOff x="0" y="-38100"/>
            <a:chExt cx="604634" cy="143489"/>
          </a:xfrm>
        </p:grpSpPr>
        <p:sp>
          <p:nvSpPr>
            <p:cNvPr id="220" name="Google Shape;220;p8"/>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Objetivo</a:t>
              </a:r>
              <a:endParaRPr/>
            </a:p>
          </p:txBody>
        </p:sp>
      </p:grpSp>
      <p:sp>
        <p:nvSpPr>
          <p:cNvPr id="222" name="Google Shape;222;p8"/>
          <p:cNvSpPr/>
          <p:nvPr/>
        </p:nvSpPr>
        <p:spPr>
          <a:xfrm>
            <a:off x="17098544" y="5789691"/>
            <a:ext cx="321513" cy="321513"/>
          </a:xfrm>
          <a:custGeom>
            <a:rect b="b" l="l" r="r" t="t"/>
            <a:pathLst>
              <a:path extrusionOk="0" h="321513" w="321513">
                <a:moveTo>
                  <a:pt x="0" y="0"/>
                </a:moveTo>
                <a:lnTo>
                  <a:pt x="321512" y="0"/>
                </a:lnTo>
                <a:lnTo>
                  <a:pt x="321512" y="321513"/>
                </a:lnTo>
                <a:lnTo>
                  <a:pt x="0" y="321513"/>
                </a:lnTo>
                <a:lnTo>
                  <a:pt x="0" y="0"/>
                </a:lnTo>
                <a:close/>
              </a:path>
            </a:pathLst>
          </a:custGeom>
          <a:blipFill rotWithShape="1">
            <a:blip r:embed="rId20">
              <a:alphaModFix/>
            </a:blip>
            <a:stretch>
              <a:fillRect b="0" l="0" r="0" t="0"/>
            </a:stretch>
          </a:blipFill>
          <a:ln>
            <a:noFill/>
          </a:ln>
        </p:spPr>
      </p:sp>
      <p:sp>
        <p:nvSpPr>
          <p:cNvPr id="223" name="Google Shape;223;p8"/>
          <p:cNvSpPr/>
          <p:nvPr/>
        </p:nvSpPr>
        <p:spPr>
          <a:xfrm>
            <a:off x="14735156" y="5913109"/>
            <a:ext cx="403659" cy="74677"/>
          </a:xfrm>
          <a:custGeom>
            <a:rect b="b" l="l" r="r" t="t"/>
            <a:pathLst>
              <a:path extrusionOk="0" h="74677" w="403659">
                <a:moveTo>
                  <a:pt x="0" y="0"/>
                </a:moveTo>
                <a:lnTo>
                  <a:pt x="403659" y="0"/>
                </a:lnTo>
                <a:lnTo>
                  <a:pt x="403659" y="74677"/>
                </a:lnTo>
                <a:lnTo>
                  <a:pt x="0" y="74677"/>
                </a:lnTo>
                <a:lnTo>
                  <a:pt x="0" y="0"/>
                </a:lnTo>
                <a:close/>
              </a:path>
            </a:pathLst>
          </a:custGeom>
          <a:blipFill rotWithShape="1">
            <a:blip r:embed="rId21">
              <a:alphaModFix/>
            </a:blip>
            <a:stretch>
              <a:fillRect b="0" l="0" r="0" t="0"/>
            </a:stretch>
          </a:blipFill>
          <a:ln>
            <a:noFill/>
          </a:ln>
        </p:spPr>
      </p:sp>
      <p:grpSp>
        <p:nvGrpSpPr>
          <p:cNvPr id="224" name="Google Shape;224;p8"/>
          <p:cNvGrpSpPr/>
          <p:nvPr/>
        </p:nvGrpSpPr>
        <p:grpSpPr>
          <a:xfrm>
            <a:off x="14583872" y="6237645"/>
            <a:ext cx="2938523" cy="697353"/>
            <a:chOff x="0" y="-38100"/>
            <a:chExt cx="604634" cy="143489"/>
          </a:xfrm>
        </p:grpSpPr>
        <p:sp>
          <p:nvSpPr>
            <p:cNvPr id="225" name="Google Shape;225;p8"/>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Periodo</a:t>
              </a:r>
              <a:endParaRPr/>
            </a:p>
          </p:txBody>
        </p:sp>
      </p:grpSp>
      <p:sp>
        <p:nvSpPr>
          <p:cNvPr id="227" name="Google Shape;227;p8"/>
          <p:cNvSpPr/>
          <p:nvPr/>
        </p:nvSpPr>
        <p:spPr>
          <a:xfrm>
            <a:off x="17065791" y="6526595"/>
            <a:ext cx="303094" cy="304617"/>
          </a:xfrm>
          <a:custGeom>
            <a:rect b="b" l="l" r="r" t="t"/>
            <a:pathLst>
              <a:path extrusionOk="0" h="304617" w="303094">
                <a:moveTo>
                  <a:pt x="0" y="0"/>
                </a:moveTo>
                <a:lnTo>
                  <a:pt x="303093" y="0"/>
                </a:lnTo>
                <a:lnTo>
                  <a:pt x="303093" y="304617"/>
                </a:lnTo>
                <a:lnTo>
                  <a:pt x="0" y="304617"/>
                </a:lnTo>
                <a:lnTo>
                  <a:pt x="0" y="0"/>
                </a:lnTo>
                <a:close/>
              </a:path>
            </a:pathLst>
          </a:custGeom>
          <a:blipFill rotWithShape="1">
            <a:blip r:embed="rId22">
              <a:alphaModFix/>
            </a:blip>
            <a:stretch>
              <a:fillRect b="0" l="0" r="0" t="0"/>
            </a:stretch>
          </a:blipFill>
          <a:ln>
            <a:noFill/>
          </a:ln>
        </p:spPr>
      </p:sp>
      <p:sp>
        <p:nvSpPr>
          <p:cNvPr id="228" name="Google Shape;228;p8"/>
          <p:cNvSpPr/>
          <p:nvPr/>
        </p:nvSpPr>
        <p:spPr>
          <a:xfrm>
            <a:off x="14428719" y="8659915"/>
            <a:ext cx="476250" cy="442912"/>
          </a:xfrm>
          <a:custGeom>
            <a:rect b="b" l="l" r="r" t="t"/>
            <a:pathLst>
              <a:path extrusionOk="0" h="442912" w="476250">
                <a:moveTo>
                  <a:pt x="0" y="0"/>
                </a:moveTo>
                <a:lnTo>
                  <a:pt x="476250" y="0"/>
                </a:lnTo>
                <a:lnTo>
                  <a:pt x="476250" y="442913"/>
                </a:lnTo>
                <a:lnTo>
                  <a:pt x="0" y="442913"/>
                </a:lnTo>
                <a:lnTo>
                  <a:pt x="0" y="0"/>
                </a:lnTo>
                <a:close/>
              </a:path>
            </a:pathLst>
          </a:custGeom>
          <a:blipFill rotWithShape="1">
            <a:blip r:embed="rId4">
              <a:alphaModFix/>
            </a:blip>
            <a:stretch>
              <a:fillRect b="0" l="0" r="0" t="0"/>
            </a:stretch>
          </a:blipFill>
          <a:ln>
            <a:noFill/>
          </a:ln>
        </p:spPr>
      </p:sp>
      <p:sp>
        <p:nvSpPr>
          <p:cNvPr id="229" name="Google Shape;229;p8"/>
          <p:cNvSpPr/>
          <p:nvPr/>
        </p:nvSpPr>
        <p:spPr>
          <a:xfrm>
            <a:off x="17174588"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sp>
        <p:nvSpPr>
          <p:cNvPr id="230" name="Google Shape;230;p8"/>
          <p:cNvSpPr/>
          <p:nvPr/>
        </p:nvSpPr>
        <p:spPr>
          <a:xfrm>
            <a:off x="5235908" y="8693253"/>
            <a:ext cx="476250" cy="442912"/>
          </a:xfrm>
          <a:custGeom>
            <a:rect b="b" l="l" r="r" t="t"/>
            <a:pathLst>
              <a:path extrusionOk="0" h="442912" w="476250">
                <a:moveTo>
                  <a:pt x="0" y="0"/>
                </a:moveTo>
                <a:lnTo>
                  <a:pt x="476250" y="0"/>
                </a:lnTo>
                <a:lnTo>
                  <a:pt x="476250" y="442912"/>
                </a:lnTo>
                <a:lnTo>
                  <a:pt x="0" y="442912"/>
                </a:lnTo>
                <a:lnTo>
                  <a:pt x="0" y="0"/>
                </a:lnTo>
                <a:close/>
              </a:path>
            </a:pathLst>
          </a:custGeom>
          <a:blipFill rotWithShape="1">
            <a:blip r:embed="rId4">
              <a:alphaModFix/>
            </a:blip>
            <a:stretch>
              <a:fillRect b="0" l="0" r="0" t="0"/>
            </a:stretch>
          </a:blipFill>
          <a:ln>
            <a:noFill/>
          </a:ln>
        </p:spPr>
      </p:sp>
      <p:sp>
        <p:nvSpPr>
          <p:cNvPr id="231" name="Google Shape;231;p8"/>
          <p:cNvSpPr/>
          <p:nvPr/>
        </p:nvSpPr>
        <p:spPr>
          <a:xfrm>
            <a:off x="7981778" y="8659915"/>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grpSp>
        <p:nvGrpSpPr>
          <p:cNvPr id="232" name="Google Shape;232;p8"/>
          <p:cNvGrpSpPr/>
          <p:nvPr/>
        </p:nvGrpSpPr>
        <p:grpSpPr>
          <a:xfrm>
            <a:off x="14570304" y="6902233"/>
            <a:ext cx="2938523" cy="697353"/>
            <a:chOff x="0" y="-38100"/>
            <a:chExt cx="604634" cy="143489"/>
          </a:xfrm>
        </p:grpSpPr>
        <p:sp>
          <p:nvSpPr>
            <p:cNvPr id="233" name="Google Shape;233;p8"/>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Compartir?</a:t>
              </a:r>
              <a:endParaRPr/>
            </a:p>
          </p:txBody>
        </p:sp>
      </p:grpSp>
      <p:sp>
        <p:nvSpPr>
          <p:cNvPr id="235" name="Google Shape;235;p8"/>
          <p:cNvSpPr/>
          <p:nvPr/>
        </p:nvSpPr>
        <p:spPr>
          <a:xfrm>
            <a:off x="17026147" y="7194363"/>
            <a:ext cx="382381" cy="298258"/>
          </a:xfrm>
          <a:custGeom>
            <a:rect b="b" l="l" r="r" t="t"/>
            <a:pathLst>
              <a:path extrusionOk="0" h="298258" w="382381">
                <a:moveTo>
                  <a:pt x="0" y="0"/>
                </a:moveTo>
                <a:lnTo>
                  <a:pt x="382381" y="0"/>
                </a:lnTo>
                <a:lnTo>
                  <a:pt x="382381" y="298258"/>
                </a:lnTo>
                <a:lnTo>
                  <a:pt x="0" y="298258"/>
                </a:lnTo>
                <a:lnTo>
                  <a:pt x="0" y="0"/>
                </a:lnTo>
                <a:close/>
              </a:path>
            </a:pathLst>
          </a:custGeom>
          <a:blipFill rotWithShape="1">
            <a:blip r:embed="rId23">
              <a:alphaModFix/>
            </a:blip>
            <a:stretch>
              <a:fillRect b="0" l="0" r="0" t="0"/>
            </a:stretch>
          </a:blipFill>
          <a:ln>
            <a:noFill/>
          </a:ln>
        </p:spPr>
      </p:sp>
      <p:sp>
        <p:nvSpPr>
          <p:cNvPr id="236" name="Google Shape;236;p8"/>
          <p:cNvSpPr/>
          <p:nvPr/>
        </p:nvSpPr>
        <p:spPr>
          <a:xfrm>
            <a:off x="11172609" y="8676584"/>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4">
              <a:alphaModFix/>
            </a:blip>
            <a:stretch>
              <a:fillRect b="0" l="0" r="0" t="0"/>
            </a:stretch>
          </a:blipFill>
          <a:ln>
            <a:noFill/>
          </a:ln>
        </p:spPr>
      </p:sp>
      <p:sp>
        <p:nvSpPr>
          <p:cNvPr id="237" name="Google Shape;237;p8"/>
          <p:cNvSpPr/>
          <p:nvPr/>
        </p:nvSpPr>
        <p:spPr>
          <a:xfrm>
            <a:off x="7221520" y="8659915"/>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4">
              <a:alphaModFix/>
            </a:blip>
            <a:stretch>
              <a:fillRect b="0" l="0" r="0" t="0"/>
            </a:stretch>
          </a:blipFill>
          <a:ln>
            <a:noFill/>
          </a:ln>
        </p:spPr>
      </p:sp>
      <p:sp>
        <p:nvSpPr>
          <p:cNvPr id="238" name="Google Shape;238;p8"/>
          <p:cNvSpPr/>
          <p:nvPr/>
        </p:nvSpPr>
        <p:spPr>
          <a:xfrm>
            <a:off x="2615786" y="8643247"/>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4">
              <a:alphaModFix/>
            </a:blip>
            <a:stretch>
              <a:fillRect b="0" l="0" r="0" t="0"/>
            </a:stretch>
          </a:blipFill>
          <a:ln>
            <a:noFill/>
          </a:ln>
        </p:spPr>
      </p:sp>
      <p:sp>
        <p:nvSpPr>
          <p:cNvPr id="239" name="Google Shape;239;p8"/>
          <p:cNvSpPr/>
          <p:nvPr/>
        </p:nvSpPr>
        <p:spPr>
          <a:xfrm>
            <a:off x="16414548"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4">
              <a:alphaModFix/>
            </a:blip>
            <a:stretch>
              <a:fillRect b="0" l="0" r="0" t="0"/>
            </a:stretch>
          </a:blipFill>
          <a:ln>
            <a:noFill/>
          </a:ln>
        </p:spPr>
      </p:sp>
      <p:sp>
        <p:nvSpPr>
          <p:cNvPr id="240" name="Google Shape;240;p8"/>
          <p:cNvSpPr/>
          <p:nvPr/>
        </p:nvSpPr>
        <p:spPr>
          <a:xfrm>
            <a:off x="9636849" y="1761247"/>
            <a:ext cx="366346" cy="238125"/>
          </a:xfrm>
          <a:custGeom>
            <a:rect b="b" l="l" r="r" t="t"/>
            <a:pathLst>
              <a:path extrusionOk="0" h="238125" w="366346">
                <a:moveTo>
                  <a:pt x="0" y="0"/>
                </a:moveTo>
                <a:lnTo>
                  <a:pt x="366346" y="0"/>
                </a:lnTo>
                <a:lnTo>
                  <a:pt x="366346" y="238125"/>
                </a:lnTo>
                <a:lnTo>
                  <a:pt x="0" y="238125"/>
                </a:lnTo>
                <a:lnTo>
                  <a:pt x="0" y="0"/>
                </a:lnTo>
                <a:close/>
              </a:path>
            </a:pathLst>
          </a:custGeom>
          <a:blipFill rotWithShape="1">
            <a:blip r:embed="rId25">
              <a:alphaModFix/>
            </a:blip>
            <a:stretch>
              <a:fillRect b="0" l="0" r="0" t="0"/>
            </a:stretch>
          </a:blipFill>
          <a:ln>
            <a:noFill/>
          </a:ln>
        </p:spPr>
      </p:sp>
      <p:sp>
        <p:nvSpPr>
          <p:cNvPr id="241" name="Google Shape;241;p8"/>
          <p:cNvSpPr txBox="1"/>
          <p:nvPr/>
        </p:nvSpPr>
        <p:spPr>
          <a:xfrm>
            <a:off x="1228937" y="8746556"/>
            <a:ext cx="785812" cy="35627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Home</a:t>
            </a:r>
            <a:endParaRPr/>
          </a:p>
        </p:txBody>
      </p:sp>
      <p:sp>
        <p:nvSpPr>
          <p:cNvPr id="242" name="Google Shape;242;p8"/>
          <p:cNvSpPr txBox="1"/>
          <p:nvPr/>
        </p:nvSpPr>
        <p:spPr>
          <a:xfrm>
            <a:off x="10634446" y="1647428"/>
            <a:ext cx="1552575"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Actividades</a:t>
            </a:r>
            <a:endParaRPr/>
          </a:p>
        </p:txBody>
      </p:sp>
      <p:sp>
        <p:nvSpPr>
          <p:cNvPr id="243" name="Google Shape;243;p8"/>
          <p:cNvSpPr txBox="1"/>
          <p:nvPr/>
        </p:nvSpPr>
        <p:spPr>
          <a:xfrm>
            <a:off x="9901850" y="2228275"/>
            <a:ext cx="29385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Open Sans"/>
                <a:ea typeface="Open Sans"/>
                <a:cs typeface="Open Sans"/>
                <a:sym typeface="Open Sans"/>
              </a:rPr>
              <a:t>Actividades temporales</a:t>
            </a:r>
            <a:endParaRPr/>
          </a:p>
        </p:txBody>
      </p:sp>
      <p:sp>
        <p:nvSpPr>
          <p:cNvPr id="244" name="Google Shape;244;p8"/>
          <p:cNvSpPr txBox="1"/>
          <p:nvPr/>
        </p:nvSpPr>
        <p:spPr>
          <a:xfrm>
            <a:off x="10205821" y="4915247"/>
            <a:ext cx="2409825" cy="2971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Open Sans"/>
                <a:ea typeface="Open Sans"/>
                <a:cs typeface="Open Sans"/>
                <a:sym typeface="Open Sans"/>
              </a:rPr>
              <a:t>Actividades por tarea</a:t>
            </a:r>
            <a:endParaRPr/>
          </a:p>
        </p:txBody>
      </p:sp>
      <p:sp>
        <p:nvSpPr>
          <p:cNvPr id="245" name="Google Shape;245;p8"/>
          <p:cNvSpPr txBox="1"/>
          <p:nvPr/>
        </p:nvSpPr>
        <p:spPr>
          <a:xfrm>
            <a:off x="5845375" y="6114000"/>
            <a:ext cx="1925700" cy="5667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682" u="none" cap="none" strike="noStrike">
                <a:solidFill>
                  <a:srgbClr val="000000"/>
                </a:solidFill>
                <a:latin typeface="Open Sans"/>
                <a:ea typeface="Open Sans"/>
                <a:cs typeface="Open Sans"/>
                <a:sym typeface="Open Sans"/>
              </a:rPr>
              <a:t>00:29:37</a:t>
            </a:r>
            <a:endParaRPr/>
          </a:p>
        </p:txBody>
      </p:sp>
      <p:sp>
        <p:nvSpPr>
          <p:cNvPr id="246" name="Google Shape;246;p8"/>
          <p:cNvSpPr txBox="1"/>
          <p:nvPr/>
        </p:nvSpPr>
        <p:spPr>
          <a:xfrm>
            <a:off x="7459645" y="5605834"/>
            <a:ext cx="1299653" cy="26416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Open Sans"/>
                <a:ea typeface="Open Sans"/>
                <a:cs typeface="Open Sans"/>
                <a:sym typeface="Open Sans"/>
              </a:rPr>
              <a:t>Alternativa</a:t>
            </a:r>
            <a:endParaRPr/>
          </a:p>
        </p:txBody>
      </p:sp>
      <p:sp>
        <p:nvSpPr>
          <p:cNvPr id="247" name="Google Shape;247;p8"/>
          <p:cNvSpPr txBox="1"/>
          <p:nvPr/>
        </p:nvSpPr>
        <p:spPr>
          <a:xfrm>
            <a:off x="15038185" y="8746556"/>
            <a:ext cx="785812" cy="35627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Home</a:t>
            </a:r>
            <a:endParaRPr/>
          </a:p>
        </p:txBody>
      </p:sp>
      <p:sp>
        <p:nvSpPr>
          <p:cNvPr id="248" name="Google Shape;248;p8"/>
          <p:cNvSpPr txBox="1"/>
          <p:nvPr/>
        </p:nvSpPr>
        <p:spPr>
          <a:xfrm>
            <a:off x="5845375" y="8779893"/>
            <a:ext cx="785812" cy="35627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Home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252" name="Shape 252"/>
        <p:cNvGrpSpPr/>
        <p:nvPr/>
      </p:nvGrpSpPr>
      <p:grpSpPr>
        <a:xfrm>
          <a:off x="0" y="0"/>
          <a:ext cx="0" cy="0"/>
          <a:chOff x="0" y="0"/>
          <a:chExt cx="0" cy="0"/>
        </a:xfrm>
      </p:grpSpPr>
      <p:sp>
        <p:nvSpPr>
          <p:cNvPr id="253" name="Google Shape;253;p9"/>
          <p:cNvSpPr/>
          <p:nvPr/>
        </p:nvSpPr>
        <p:spPr>
          <a:xfrm>
            <a:off x="13920075" y="766125"/>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4" name="Google Shape;254;p9"/>
          <p:cNvSpPr/>
          <p:nvPr/>
        </p:nvSpPr>
        <p:spPr>
          <a:xfrm>
            <a:off x="9339525" y="674525"/>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5" name="Google Shape;255;p9"/>
          <p:cNvSpPr/>
          <p:nvPr/>
        </p:nvSpPr>
        <p:spPr>
          <a:xfrm>
            <a:off x="4647713" y="766125"/>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6" name="Google Shape;256;p9"/>
          <p:cNvSpPr/>
          <p:nvPr/>
        </p:nvSpPr>
        <p:spPr>
          <a:xfrm>
            <a:off x="80250" y="834525"/>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7" name="Google Shape;257;p9"/>
          <p:cNvSpPr/>
          <p:nvPr/>
        </p:nvSpPr>
        <p:spPr>
          <a:xfrm>
            <a:off x="9019"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sp>
        <p:nvSpPr>
          <p:cNvPr id="258" name="Google Shape;258;p9"/>
          <p:cNvSpPr/>
          <p:nvPr/>
        </p:nvSpPr>
        <p:spPr>
          <a:xfrm>
            <a:off x="4612102" y="673767"/>
            <a:ext cx="4469733" cy="8939466"/>
          </a:xfrm>
          <a:custGeom>
            <a:rect b="b" l="l" r="r" t="t"/>
            <a:pathLst>
              <a:path extrusionOk="0" h="8939466" w="4469733">
                <a:moveTo>
                  <a:pt x="0" y="0"/>
                </a:moveTo>
                <a:lnTo>
                  <a:pt x="4469732" y="0"/>
                </a:lnTo>
                <a:lnTo>
                  <a:pt x="4469732" y="8939466"/>
                </a:lnTo>
                <a:lnTo>
                  <a:pt x="0" y="8939466"/>
                </a:lnTo>
                <a:lnTo>
                  <a:pt x="0" y="0"/>
                </a:lnTo>
                <a:close/>
              </a:path>
            </a:pathLst>
          </a:custGeom>
          <a:blipFill rotWithShape="1">
            <a:blip r:embed="rId3">
              <a:alphaModFix/>
            </a:blip>
            <a:stretch>
              <a:fillRect b="0" l="0" r="0" t="0"/>
            </a:stretch>
          </a:blipFill>
          <a:ln>
            <a:noFill/>
          </a:ln>
        </p:spPr>
      </p:sp>
      <p:sp>
        <p:nvSpPr>
          <p:cNvPr id="259" name="Google Shape;259;p9"/>
          <p:cNvSpPr/>
          <p:nvPr/>
        </p:nvSpPr>
        <p:spPr>
          <a:xfrm>
            <a:off x="9215184"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sp>
        <p:nvSpPr>
          <p:cNvPr id="260" name="Google Shape;260;p9"/>
          <p:cNvSpPr/>
          <p:nvPr/>
        </p:nvSpPr>
        <p:spPr>
          <a:xfrm>
            <a:off x="5210408" y="8659915"/>
            <a:ext cx="476250" cy="442912"/>
          </a:xfrm>
          <a:custGeom>
            <a:rect b="b" l="l" r="r" t="t"/>
            <a:pathLst>
              <a:path extrusionOk="0" h="442912" w="476250">
                <a:moveTo>
                  <a:pt x="0" y="0"/>
                </a:moveTo>
                <a:lnTo>
                  <a:pt x="476250" y="0"/>
                </a:lnTo>
                <a:lnTo>
                  <a:pt x="476250" y="442913"/>
                </a:lnTo>
                <a:lnTo>
                  <a:pt x="0" y="442913"/>
                </a:lnTo>
                <a:lnTo>
                  <a:pt x="0" y="0"/>
                </a:lnTo>
                <a:close/>
              </a:path>
            </a:pathLst>
          </a:custGeom>
          <a:blipFill rotWithShape="1">
            <a:blip r:embed="rId4">
              <a:alphaModFix/>
            </a:blip>
            <a:stretch>
              <a:fillRect b="0" l="0" r="0" t="0"/>
            </a:stretch>
          </a:blipFill>
          <a:ln>
            <a:noFill/>
          </a:ln>
        </p:spPr>
      </p:sp>
      <p:sp>
        <p:nvSpPr>
          <p:cNvPr id="261" name="Google Shape;261;p9"/>
          <p:cNvSpPr/>
          <p:nvPr/>
        </p:nvSpPr>
        <p:spPr>
          <a:xfrm>
            <a:off x="6238944"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sp>
        <p:nvSpPr>
          <p:cNvPr id="262" name="Google Shape;262;p9"/>
          <p:cNvSpPr/>
          <p:nvPr/>
        </p:nvSpPr>
        <p:spPr>
          <a:xfrm>
            <a:off x="13818267"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sp>
        <p:nvSpPr>
          <p:cNvPr id="263" name="Google Shape;263;p9"/>
          <p:cNvSpPr/>
          <p:nvPr/>
        </p:nvSpPr>
        <p:spPr>
          <a:xfrm>
            <a:off x="9813491" y="8659915"/>
            <a:ext cx="476250" cy="442912"/>
          </a:xfrm>
          <a:custGeom>
            <a:rect b="b" l="l" r="r" t="t"/>
            <a:pathLst>
              <a:path extrusionOk="0" h="442912" w="476250">
                <a:moveTo>
                  <a:pt x="0" y="0"/>
                </a:moveTo>
                <a:lnTo>
                  <a:pt x="476250" y="0"/>
                </a:lnTo>
                <a:lnTo>
                  <a:pt x="476250" y="442913"/>
                </a:lnTo>
                <a:lnTo>
                  <a:pt x="0" y="442913"/>
                </a:lnTo>
                <a:lnTo>
                  <a:pt x="0" y="0"/>
                </a:lnTo>
                <a:close/>
              </a:path>
            </a:pathLst>
          </a:custGeom>
          <a:blipFill rotWithShape="1">
            <a:blip r:embed="rId4">
              <a:alphaModFix/>
            </a:blip>
            <a:stretch>
              <a:fillRect b="0" l="0" r="0" t="0"/>
            </a:stretch>
          </a:blipFill>
          <a:ln>
            <a:noFill/>
          </a:ln>
        </p:spPr>
      </p:sp>
      <p:sp>
        <p:nvSpPr>
          <p:cNvPr id="264" name="Google Shape;264;p9"/>
          <p:cNvSpPr/>
          <p:nvPr/>
        </p:nvSpPr>
        <p:spPr>
          <a:xfrm>
            <a:off x="12559361"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sp>
        <p:nvSpPr>
          <p:cNvPr id="265" name="Google Shape;265;p9"/>
          <p:cNvSpPr/>
          <p:nvPr/>
        </p:nvSpPr>
        <p:spPr>
          <a:xfrm>
            <a:off x="5091346" y="1742221"/>
            <a:ext cx="238125" cy="238125"/>
          </a:xfrm>
          <a:custGeom>
            <a:rect b="b" l="l" r="r" t="t"/>
            <a:pathLst>
              <a:path extrusionOk="0" h="238125" w="238125">
                <a:moveTo>
                  <a:pt x="0" y="0"/>
                </a:moveTo>
                <a:lnTo>
                  <a:pt x="238125" y="0"/>
                </a:lnTo>
                <a:lnTo>
                  <a:pt x="238125" y="238125"/>
                </a:lnTo>
                <a:lnTo>
                  <a:pt x="0" y="238125"/>
                </a:lnTo>
                <a:lnTo>
                  <a:pt x="0" y="0"/>
                </a:lnTo>
                <a:close/>
              </a:path>
            </a:pathLst>
          </a:custGeom>
          <a:blipFill rotWithShape="1">
            <a:blip r:embed="rId5">
              <a:alphaModFix/>
            </a:blip>
            <a:stretch>
              <a:fillRect b="0" l="0" r="0" t="0"/>
            </a:stretch>
          </a:blipFill>
          <a:ln>
            <a:noFill/>
          </a:ln>
        </p:spPr>
      </p:sp>
      <p:sp>
        <p:nvSpPr>
          <p:cNvPr id="266" name="Google Shape;266;p9"/>
          <p:cNvSpPr/>
          <p:nvPr/>
        </p:nvSpPr>
        <p:spPr>
          <a:xfrm>
            <a:off x="6641356" y="2542196"/>
            <a:ext cx="1797170" cy="476250"/>
          </a:xfrm>
          <a:custGeom>
            <a:rect b="b" l="l" r="r" t="t"/>
            <a:pathLst>
              <a:path extrusionOk="0" h="476250" w="1797170">
                <a:moveTo>
                  <a:pt x="0" y="0"/>
                </a:moveTo>
                <a:lnTo>
                  <a:pt x="1797170" y="0"/>
                </a:lnTo>
                <a:lnTo>
                  <a:pt x="1797170" y="476250"/>
                </a:lnTo>
                <a:lnTo>
                  <a:pt x="0" y="476250"/>
                </a:lnTo>
                <a:lnTo>
                  <a:pt x="0" y="0"/>
                </a:lnTo>
                <a:close/>
              </a:path>
            </a:pathLst>
          </a:custGeom>
          <a:blipFill rotWithShape="1">
            <a:blip r:embed="rId6">
              <a:alphaModFix/>
            </a:blip>
            <a:stretch>
              <a:fillRect b="0" l="0" r="0" t="0"/>
            </a:stretch>
          </a:blipFill>
          <a:ln>
            <a:noFill/>
          </a:ln>
        </p:spPr>
      </p:sp>
      <p:sp>
        <p:nvSpPr>
          <p:cNvPr id="267" name="Google Shape;267;p9"/>
          <p:cNvSpPr/>
          <p:nvPr/>
        </p:nvSpPr>
        <p:spPr>
          <a:xfrm>
            <a:off x="7354199" y="3202549"/>
            <a:ext cx="1082386" cy="476250"/>
          </a:xfrm>
          <a:custGeom>
            <a:rect b="b" l="l" r="r" t="t"/>
            <a:pathLst>
              <a:path extrusionOk="0" h="476250" w="1082386">
                <a:moveTo>
                  <a:pt x="0" y="0"/>
                </a:moveTo>
                <a:lnTo>
                  <a:pt x="1082386" y="0"/>
                </a:lnTo>
                <a:lnTo>
                  <a:pt x="1082386" y="476250"/>
                </a:lnTo>
                <a:lnTo>
                  <a:pt x="0" y="476250"/>
                </a:lnTo>
                <a:lnTo>
                  <a:pt x="0" y="0"/>
                </a:lnTo>
                <a:close/>
              </a:path>
            </a:pathLst>
          </a:custGeom>
          <a:blipFill rotWithShape="1">
            <a:blip r:embed="rId7">
              <a:alphaModFix/>
            </a:blip>
            <a:stretch>
              <a:fillRect b="0" l="0" r="0" t="0"/>
            </a:stretch>
          </a:blipFill>
          <a:ln>
            <a:noFill/>
          </a:ln>
        </p:spPr>
      </p:sp>
      <p:sp>
        <p:nvSpPr>
          <p:cNvPr id="268" name="Google Shape;268;p9"/>
          <p:cNvSpPr/>
          <p:nvPr/>
        </p:nvSpPr>
        <p:spPr>
          <a:xfrm>
            <a:off x="7354199" y="3859774"/>
            <a:ext cx="1082386" cy="476250"/>
          </a:xfrm>
          <a:custGeom>
            <a:rect b="b" l="l" r="r" t="t"/>
            <a:pathLst>
              <a:path extrusionOk="0" h="476250" w="1082386">
                <a:moveTo>
                  <a:pt x="0" y="0"/>
                </a:moveTo>
                <a:lnTo>
                  <a:pt x="1082386" y="0"/>
                </a:lnTo>
                <a:lnTo>
                  <a:pt x="1082386" y="476250"/>
                </a:lnTo>
                <a:lnTo>
                  <a:pt x="0" y="476250"/>
                </a:lnTo>
                <a:lnTo>
                  <a:pt x="0" y="0"/>
                </a:lnTo>
                <a:close/>
              </a:path>
            </a:pathLst>
          </a:custGeom>
          <a:blipFill rotWithShape="1">
            <a:blip r:embed="rId7">
              <a:alphaModFix/>
            </a:blip>
            <a:stretch>
              <a:fillRect b="0" l="0" r="0" t="0"/>
            </a:stretch>
          </a:blipFill>
          <a:ln>
            <a:noFill/>
          </a:ln>
        </p:spPr>
      </p:sp>
      <p:grpSp>
        <p:nvGrpSpPr>
          <p:cNvPr id="269" name="Google Shape;269;p9"/>
          <p:cNvGrpSpPr/>
          <p:nvPr/>
        </p:nvGrpSpPr>
        <p:grpSpPr>
          <a:xfrm>
            <a:off x="9679157" y="5003893"/>
            <a:ext cx="3517497" cy="545212"/>
            <a:chOff x="0" y="0"/>
            <a:chExt cx="4689995" cy="726949"/>
          </a:xfrm>
        </p:grpSpPr>
        <p:sp>
          <p:nvSpPr>
            <p:cNvPr id="270" name="Google Shape;270;p9"/>
            <p:cNvSpPr/>
            <p:nvPr/>
          </p:nvSpPr>
          <p:spPr>
            <a:xfrm>
              <a:off x="0" y="0"/>
              <a:ext cx="4689995" cy="726949"/>
            </a:xfrm>
            <a:custGeom>
              <a:rect b="b" l="l" r="r" t="t"/>
              <a:pathLst>
                <a:path extrusionOk="0" h="726949" w="4689995">
                  <a:moveTo>
                    <a:pt x="0" y="0"/>
                  </a:moveTo>
                  <a:lnTo>
                    <a:pt x="4689995" y="0"/>
                  </a:lnTo>
                  <a:lnTo>
                    <a:pt x="4689995" y="726949"/>
                  </a:lnTo>
                  <a:lnTo>
                    <a:pt x="0" y="726949"/>
                  </a:lnTo>
                  <a:lnTo>
                    <a:pt x="0" y="0"/>
                  </a:lnTo>
                  <a:close/>
                </a:path>
              </a:pathLst>
            </a:custGeom>
            <a:blipFill rotWithShape="1">
              <a:blip r:embed="rId8">
                <a:alphaModFix/>
              </a:blip>
              <a:stretch>
                <a:fillRect b="0" l="0" r="0" t="0"/>
              </a:stretch>
            </a:blipFill>
            <a:ln>
              <a:noFill/>
            </a:ln>
          </p:spPr>
        </p:sp>
        <p:sp>
          <p:nvSpPr>
            <p:cNvPr id="271" name="Google Shape;271;p9"/>
            <p:cNvSpPr txBox="1"/>
            <p:nvPr/>
          </p:nvSpPr>
          <p:spPr>
            <a:xfrm>
              <a:off x="0" y="70039"/>
              <a:ext cx="4608715" cy="51567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000000"/>
                  </a:solidFill>
                  <a:latin typeface="Open Sans"/>
                  <a:ea typeface="Open Sans"/>
                  <a:cs typeface="Open Sans"/>
                  <a:sym typeface="Open Sans"/>
                </a:rPr>
                <a:t>Amigo 1</a:t>
              </a:r>
              <a:endParaRPr/>
            </a:p>
          </p:txBody>
        </p:sp>
      </p:grpSp>
      <p:grpSp>
        <p:nvGrpSpPr>
          <p:cNvPr id="272" name="Google Shape;272;p9"/>
          <p:cNvGrpSpPr/>
          <p:nvPr/>
        </p:nvGrpSpPr>
        <p:grpSpPr>
          <a:xfrm>
            <a:off x="9679157" y="5592959"/>
            <a:ext cx="3517497" cy="545212"/>
            <a:chOff x="0" y="0"/>
            <a:chExt cx="4689995" cy="726949"/>
          </a:xfrm>
        </p:grpSpPr>
        <p:sp>
          <p:nvSpPr>
            <p:cNvPr id="273" name="Google Shape;273;p9"/>
            <p:cNvSpPr/>
            <p:nvPr/>
          </p:nvSpPr>
          <p:spPr>
            <a:xfrm>
              <a:off x="0" y="0"/>
              <a:ext cx="4689995" cy="726949"/>
            </a:xfrm>
            <a:custGeom>
              <a:rect b="b" l="l" r="r" t="t"/>
              <a:pathLst>
                <a:path extrusionOk="0" h="726949" w="4689995">
                  <a:moveTo>
                    <a:pt x="0" y="0"/>
                  </a:moveTo>
                  <a:lnTo>
                    <a:pt x="4689995" y="0"/>
                  </a:lnTo>
                  <a:lnTo>
                    <a:pt x="4689995" y="726949"/>
                  </a:lnTo>
                  <a:lnTo>
                    <a:pt x="0" y="726949"/>
                  </a:lnTo>
                  <a:lnTo>
                    <a:pt x="0" y="0"/>
                  </a:lnTo>
                  <a:close/>
                </a:path>
              </a:pathLst>
            </a:custGeom>
            <a:blipFill rotWithShape="1">
              <a:blip r:embed="rId8">
                <a:alphaModFix/>
              </a:blip>
              <a:stretch>
                <a:fillRect b="0" l="0" r="0" t="0"/>
              </a:stretch>
            </a:blipFill>
            <a:ln>
              <a:noFill/>
            </a:ln>
          </p:spPr>
        </p:sp>
        <p:sp>
          <p:nvSpPr>
            <p:cNvPr id="274" name="Google Shape;274;p9"/>
            <p:cNvSpPr txBox="1"/>
            <p:nvPr/>
          </p:nvSpPr>
          <p:spPr>
            <a:xfrm>
              <a:off x="71120" y="41695"/>
              <a:ext cx="4537595" cy="51567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000000"/>
                  </a:solidFill>
                  <a:latin typeface="Open Sans"/>
                  <a:ea typeface="Open Sans"/>
                  <a:cs typeface="Open Sans"/>
                  <a:sym typeface="Open Sans"/>
                </a:rPr>
                <a:t>Amiga 2</a:t>
              </a:r>
              <a:endParaRPr/>
            </a:p>
          </p:txBody>
        </p:sp>
      </p:grpSp>
      <p:grpSp>
        <p:nvGrpSpPr>
          <p:cNvPr id="275" name="Google Shape;275;p9"/>
          <p:cNvGrpSpPr/>
          <p:nvPr/>
        </p:nvGrpSpPr>
        <p:grpSpPr>
          <a:xfrm>
            <a:off x="9715786" y="6041135"/>
            <a:ext cx="3452424" cy="1683901"/>
            <a:chOff x="0" y="-192881"/>
            <a:chExt cx="4603233" cy="2245201"/>
          </a:xfrm>
        </p:grpSpPr>
        <p:grpSp>
          <p:nvGrpSpPr>
            <p:cNvPr id="276" name="Google Shape;276;p9"/>
            <p:cNvGrpSpPr/>
            <p:nvPr/>
          </p:nvGrpSpPr>
          <p:grpSpPr>
            <a:xfrm>
              <a:off x="0" y="-192881"/>
              <a:ext cx="4592320" cy="2245201"/>
              <a:chOff x="0" y="-38100"/>
              <a:chExt cx="907125" cy="443497"/>
            </a:xfrm>
          </p:grpSpPr>
          <p:sp>
            <p:nvSpPr>
              <p:cNvPr id="277" name="Google Shape;277;p9"/>
              <p:cNvSpPr/>
              <p:nvPr/>
            </p:nvSpPr>
            <p:spPr>
              <a:xfrm>
                <a:off x="0" y="0"/>
                <a:ext cx="907125" cy="405397"/>
              </a:xfrm>
              <a:custGeom>
                <a:rect b="b" l="l" r="r" t="t"/>
                <a:pathLst>
                  <a:path extrusionOk="0" h="405397" w="907125">
                    <a:moveTo>
                      <a:pt x="0" y="0"/>
                    </a:moveTo>
                    <a:lnTo>
                      <a:pt x="907125" y="0"/>
                    </a:lnTo>
                    <a:lnTo>
                      <a:pt x="907125" y="405397"/>
                    </a:lnTo>
                    <a:lnTo>
                      <a:pt x="0" y="405397"/>
                    </a:lnTo>
                    <a:close/>
                  </a:path>
                </a:pathLst>
              </a:custGeom>
              <a:solidFill>
                <a:srgbClr val="FFFFFF"/>
              </a:solidFill>
              <a:ln cap="sq" cmpd="sng" w="9525">
                <a:solidFill>
                  <a:srgbClr val="000000"/>
                </a:solidFill>
                <a:prstDash val="solid"/>
                <a:miter lim="8000"/>
                <a:headEnd len="sm" w="sm" type="none"/>
                <a:tailEnd len="sm" w="sm" type="none"/>
              </a:ln>
            </p:spPr>
          </p:sp>
          <p:sp>
            <p:nvSpPr>
              <p:cNvPr id="278" name="Google Shape;278;p9"/>
              <p:cNvSpPr txBox="1"/>
              <p:nvPr/>
            </p:nvSpPr>
            <p:spPr>
              <a:xfrm>
                <a:off x="0" y="-38100"/>
                <a:ext cx="907125" cy="44349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9"/>
            <p:cNvSpPr txBox="1"/>
            <p:nvPr/>
          </p:nvSpPr>
          <p:spPr>
            <a:xfrm>
              <a:off x="65638" y="38100"/>
              <a:ext cx="4537595" cy="51567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000000"/>
                  </a:solidFill>
                  <a:latin typeface="Open Sans"/>
                  <a:ea typeface="Open Sans"/>
                  <a:cs typeface="Open Sans"/>
                  <a:sym typeface="Open Sans"/>
                </a:rPr>
                <a:t>Amiga 3</a:t>
              </a:r>
              <a:endParaRPr/>
            </a:p>
          </p:txBody>
        </p:sp>
      </p:grpSp>
      <p:sp>
        <p:nvSpPr>
          <p:cNvPr id="280" name="Google Shape;280;p9"/>
          <p:cNvSpPr/>
          <p:nvPr/>
        </p:nvSpPr>
        <p:spPr>
          <a:xfrm rot="10800000">
            <a:off x="12670773" y="6350763"/>
            <a:ext cx="253426" cy="135583"/>
          </a:xfrm>
          <a:custGeom>
            <a:rect b="b" l="l" r="r" t="t"/>
            <a:pathLst>
              <a:path extrusionOk="0" h="135583" w="253426">
                <a:moveTo>
                  <a:pt x="0" y="0"/>
                </a:moveTo>
                <a:lnTo>
                  <a:pt x="253425" y="0"/>
                </a:lnTo>
                <a:lnTo>
                  <a:pt x="253425" y="135583"/>
                </a:lnTo>
                <a:lnTo>
                  <a:pt x="0" y="135583"/>
                </a:lnTo>
                <a:lnTo>
                  <a:pt x="0" y="0"/>
                </a:lnTo>
                <a:close/>
              </a:path>
            </a:pathLst>
          </a:custGeom>
          <a:blipFill rotWithShape="1">
            <a:blip r:embed="rId9">
              <a:alphaModFix/>
            </a:blip>
            <a:stretch>
              <a:fillRect b="0" l="0" r="0" t="0"/>
            </a:stretch>
          </a:blipFill>
          <a:ln>
            <a:noFill/>
          </a:ln>
        </p:spPr>
      </p:sp>
      <p:sp>
        <p:nvSpPr>
          <p:cNvPr id="281" name="Google Shape;281;p9"/>
          <p:cNvSpPr/>
          <p:nvPr/>
        </p:nvSpPr>
        <p:spPr>
          <a:xfrm>
            <a:off x="9813491" y="7362269"/>
            <a:ext cx="238125" cy="240530"/>
          </a:xfrm>
          <a:custGeom>
            <a:rect b="b" l="l" r="r" t="t"/>
            <a:pathLst>
              <a:path extrusionOk="0" h="240530" w="238125">
                <a:moveTo>
                  <a:pt x="0" y="0"/>
                </a:moveTo>
                <a:lnTo>
                  <a:pt x="238125" y="0"/>
                </a:lnTo>
                <a:lnTo>
                  <a:pt x="238125" y="240530"/>
                </a:lnTo>
                <a:lnTo>
                  <a:pt x="0" y="240530"/>
                </a:lnTo>
                <a:lnTo>
                  <a:pt x="0" y="0"/>
                </a:lnTo>
                <a:close/>
              </a:path>
            </a:pathLst>
          </a:custGeom>
          <a:blipFill rotWithShape="1">
            <a:blip r:embed="rId10">
              <a:alphaModFix/>
            </a:blip>
            <a:stretch>
              <a:fillRect b="0" l="0" r="0" t="0"/>
            </a:stretch>
          </a:blipFill>
          <a:ln>
            <a:noFill/>
          </a:ln>
        </p:spPr>
      </p:sp>
      <p:sp>
        <p:nvSpPr>
          <p:cNvPr id="282" name="Google Shape;282;p9"/>
          <p:cNvSpPr/>
          <p:nvPr/>
        </p:nvSpPr>
        <p:spPr>
          <a:xfrm>
            <a:off x="10094044" y="7362269"/>
            <a:ext cx="238125" cy="240530"/>
          </a:xfrm>
          <a:custGeom>
            <a:rect b="b" l="l" r="r" t="t"/>
            <a:pathLst>
              <a:path extrusionOk="0" h="240530" w="238125">
                <a:moveTo>
                  <a:pt x="0" y="0"/>
                </a:moveTo>
                <a:lnTo>
                  <a:pt x="238125" y="0"/>
                </a:lnTo>
                <a:lnTo>
                  <a:pt x="238125" y="240530"/>
                </a:lnTo>
                <a:lnTo>
                  <a:pt x="0" y="240530"/>
                </a:lnTo>
                <a:lnTo>
                  <a:pt x="0" y="0"/>
                </a:lnTo>
                <a:close/>
              </a:path>
            </a:pathLst>
          </a:custGeom>
          <a:blipFill rotWithShape="1">
            <a:blip r:embed="rId11">
              <a:alphaModFix/>
            </a:blip>
            <a:stretch>
              <a:fillRect b="0" l="0" r="0" t="0"/>
            </a:stretch>
          </a:blipFill>
          <a:ln>
            <a:noFill/>
          </a:ln>
        </p:spPr>
      </p:sp>
      <p:sp>
        <p:nvSpPr>
          <p:cNvPr id="283" name="Google Shape;283;p9"/>
          <p:cNvSpPr/>
          <p:nvPr/>
        </p:nvSpPr>
        <p:spPr>
          <a:xfrm>
            <a:off x="10370269" y="7362269"/>
            <a:ext cx="238125" cy="240530"/>
          </a:xfrm>
          <a:custGeom>
            <a:rect b="b" l="l" r="r" t="t"/>
            <a:pathLst>
              <a:path extrusionOk="0" h="240530" w="238125">
                <a:moveTo>
                  <a:pt x="0" y="0"/>
                </a:moveTo>
                <a:lnTo>
                  <a:pt x="238125" y="0"/>
                </a:lnTo>
                <a:lnTo>
                  <a:pt x="238125" y="240530"/>
                </a:lnTo>
                <a:lnTo>
                  <a:pt x="0" y="240530"/>
                </a:lnTo>
                <a:lnTo>
                  <a:pt x="0" y="0"/>
                </a:lnTo>
                <a:close/>
              </a:path>
            </a:pathLst>
          </a:custGeom>
          <a:blipFill rotWithShape="1">
            <a:blip r:embed="rId12">
              <a:alphaModFix/>
            </a:blip>
            <a:stretch>
              <a:fillRect b="0" l="0" r="0" t="0"/>
            </a:stretch>
          </a:blipFill>
          <a:ln>
            <a:noFill/>
          </a:ln>
        </p:spPr>
      </p:sp>
      <p:sp>
        <p:nvSpPr>
          <p:cNvPr id="284" name="Google Shape;284;p9"/>
          <p:cNvSpPr/>
          <p:nvPr/>
        </p:nvSpPr>
        <p:spPr>
          <a:xfrm>
            <a:off x="10097279" y="7415354"/>
            <a:ext cx="231654" cy="134360"/>
          </a:xfrm>
          <a:custGeom>
            <a:rect b="b" l="l" r="r" t="t"/>
            <a:pathLst>
              <a:path extrusionOk="0" h="134360" w="231654">
                <a:moveTo>
                  <a:pt x="0" y="0"/>
                </a:moveTo>
                <a:lnTo>
                  <a:pt x="231655" y="0"/>
                </a:lnTo>
                <a:lnTo>
                  <a:pt x="231655" y="134360"/>
                </a:lnTo>
                <a:lnTo>
                  <a:pt x="0" y="134360"/>
                </a:lnTo>
                <a:lnTo>
                  <a:pt x="0" y="0"/>
                </a:lnTo>
                <a:close/>
              </a:path>
            </a:pathLst>
          </a:custGeom>
          <a:blipFill rotWithShape="1">
            <a:blip r:embed="rId13">
              <a:alphaModFix/>
            </a:blip>
            <a:stretch>
              <a:fillRect b="0" l="0" r="0" t="0"/>
            </a:stretch>
          </a:blipFill>
          <a:ln>
            <a:noFill/>
          </a:ln>
        </p:spPr>
      </p:sp>
      <p:sp>
        <p:nvSpPr>
          <p:cNvPr id="285" name="Google Shape;285;p9"/>
          <p:cNvSpPr/>
          <p:nvPr/>
        </p:nvSpPr>
        <p:spPr>
          <a:xfrm>
            <a:off x="10409199" y="7388811"/>
            <a:ext cx="160265" cy="187445"/>
          </a:xfrm>
          <a:custGeom>
            <a:rect b="b" l="l" r="r" t="t"/>
            <a:pathLst>
              <a:path extrusionOk="0" h="187445" w="160265">
                <a:moveTo>
                  <a:pt x="0" y="0"/>
                </a:moveTo>
                <a:lnTo>
                  <a:pt x="160265" y="0"/>
                </a:lnTo>
                <a:lnTo>
                  <a:pt x="160265" y="187445"/>
                </a:lnTo>
                <a:lnTo>
                  <a:pt x="0" y="187445"/>
                </a:lnTo>
                <a:lnTo>
                  <a:pt x="0" y="0"/>
                </a:lnTo>
                <a:close/>
              </a:path>
            </a:pathLst>
          </a:custGeom>
          <a:blipFill rotWithShape="1">
            <a:blip r:embed="rId14">
              <a:alphaModFix/>
            </a:blip>
            <a:stretch>
              <a:fillRect b="0" l="0" r="0" t="0"/>
            </a:stretch>
          </a:blipFill>
          <a:ln>
            <a:noFill/>
          </a:ln>
        </p:spPr>
      </p:sp>
      <p:sp>
        <p:nvSpPr>
          <p:cNvPr id="286" name="Google Shape;286;p9"/>
          <p:cNvSpPr/>
          <p:nvPr/>
        </p:nvSpPr>
        <p:spPr>
          <a:xfrm>
            <a:off x="9850996" y="7387684"/>
            <a:ext cx="163115" cy="188572"/>
          </a:xfrm>
          <a:custGeom>
            <a:rect b="b" l="l" r="r" t="t"/>
            <a:pathLst>
              <a:path extrusionOk="0" h="188572" w="163115">
                <a:moveTo>
                  <a:pt x="0" y="0"/>
                </a:moveTo>
                <a:lnTo>
                  <a:pt x="163115" y="0"/>
                </a:lnTo>
                <a:lnTo>
                  <a:pt x="163115" y="188572"/>
                </a:lnTo>
                <a:lnTo>
                  <a:pt x="0" y="188572"/>
                </a:lnTo>
                <a:lnTo>
                  <a:pt x="0" y="0"/>
                </a:lnTo>
                <a:close/>
              </a:path>
            </a:pathLst>
          </a:custGeom>
          <a:blipFill rotWithShape="1">
            <a:blip r:embed="rId15">
              <a:alphaModFix/>
            </a:blip>
            <a:stretch>
              <a:fillRect b="0" l="0" r="0" t="0"/>
            </a:stretch>
          </a:blipFill>
          <a:ln>
            <a:noFill/>
          </a:ln>
        </p:spPr>
      </p:sp>
      <p:grpSp>
        <p:nvGrpSpPr>
          <p:cNvPr id="287" name="Google Shape;287;p9"/>
          <p:cNvGrpSpPr/>
          <p:nvPr/>
        </p:nvGrpSpPr>
        <p:grpSpPr>
          <a:xfrm>
            <a:off x="9715786" y="2283387"/>
            <a:ext cx="3452425" cy="2175700"/>
            <a:chOff x="0" y="-28575"/>
            <a:chExt cx="710376" cy="447675"/>
          </a:xfrm>
        </p:grpSpPr>
        <p:sp>
          <p:nvSpPr>
            <p:cNvPr id="288" name="Google Shape;288;p9"/>
            <p:cNvSpPr/>
            <p:nvPr/>
          </p:nvSpPr>
          <p:spPr>
            <a:xfrm>
              <a:off x="0" y="0"/>
              <a:ext cx="710376" cy="419100"/>
            </a:xfrm>
            <a:custGeom>
              <a:rect b="b" l="l" r="r" t="t"/>
              <a:pathLst>
                <a:path extrusionOk="0" h="419100" w="710376">
                  <a:moveTo>
                    <a:pt x="43798" y="0"/>
                  </a:moveTo>
                  <a:lnTo>
                    <a:pt x="666578" y="0"/>
                  </a:lnTo>
                  <a:cubicBezTo>
                    <a:pt x="690767" y="0"/>
                    <a:pt x="710376" y="19609"/>
                    <a:pt x="710376" y="43798"/>
                  </a:cubicBezTo>
                  <a:lnTo>
                    <a:pt x="710376" y="375302"/>
                  </a:lnTo>
                  <a:cubicBezTo>
                    <a:pt x="710376" y="399491"/>
                    <a:pt x="690767" y="419100"/>
                    <a:pt x="666578" y="419100"/>
                  </a:cubicBezTo>
                  <a:lnTo>
                    <a:pt x="43798" y="419100"/>
                  </a:lnTo>
                  <a:cubicBezTo>
                    <a:pt x="19609" y="419100"/>
                    <a:pt x="0" y="399491"/>
                    <a:pt x="0" y="375302"/>
                  </a:cubicBezTo>
                  <a:lnTo>
                    <a:pt x="0" y="43798"/>
                  </a:lnTo>
                  <a:cubicBezTo>
                    <a:pt x="0" y="19609"/>
                    <a:pt x="19609" y="0"/>
                    <a:pt x="43798" y="0"/>
                  </a:cubicBezTo>
                  <a:close/>
                </a:path>
              </a:pathLst>
            </a:custGeom>
            <a:solidFill>
              <a:srgbClr val="DBCB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txBox="1"/>
            <p:nvPr/>
          </p:nvSpPr>
          <p:spPr>
            <a:xfrm>
              <a:off x="0" y="-28575"/>
              <a:ext cx="710376" cy="44767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[Tu nombre]</a:t>
              </a:r>
              <a:endParaRPr/>
            </a:p>
            <a:p>
              <a:pPr indent="0" lvl="0" marL="0" marR="0" rtl="0" algn="ctr">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*Actividades visibles*</a:t>
              </a:r>
              <a:endParaRPr/>
            </a:p>
          </p:txBody>
        </p:sp>
      </p:grpSp>
      <p:sp>
        <p:nvSpPr>
          <p:cNvPr id="290" name="Google Shape;290;p9"/>
          <p:cNvSpPr/>
          <p:nvPr/>
        </p:nvSpPr>
        <p:spPr>
          <a:xfrm>
            <a:off x="12797486" y="2641599"/>
            <a:ext cx="219168" cy="219168"/>
          </a:xfrm>
          <a:custGeom>
            <a:rect b="b" l="l" r="r" t="t"/>
            <a:pathLst>
              <a:path extrusionOk="0" h="219168" w="219168">
                <a:moveTo>
                  <a:pt x="0" y="0"/>
                </a:moveTo>
                <a:lnTo>
                  <a:pt x="219168" y="0"/>
                </a:lnTo>
                <a:lnTo>
                  <a:pt x="219168" y="219169"/>
                </a:lnTo>
                <a:lnTo>
                  <a:pt x="0" y="219169"/>
                </a:lnTo>
                <a:lnTo>
                  <a:pt x="0" y="0"/>
                </a:lnTo>
                <a:close/>
              </a:path>
            </a:pathLst>
          </a:custGeom>
          <a:blipFill rotWithShape="1">
            <a:blip r:embed="rId16">
              <a:alphaModFix/>
            </a:blip>
            <a:stretch>
              <a:fillRect b="0" l="0" r="0" t="0"/>
            </a:stretch>
          </a:blipFill>
          <a:ln>
            <a:noFill/>
          </a:ln>
        </p:spPr>
      </p:sp>
      <p:sp>
        <p:nvSpPr>
          <p:cNvPr id="291" name="Google Shape;291;p9"/>
          <p:cNvSpPr/>
          <p:nvPr/>
        </p:nvSpPr>
        <p:spPr>
          <a:xfrm>
            <a:off x="10051616" y="3996762"/>
            <a:ext cx="238125" cy="240530"/>
          </a:xfrm>
          <a:custGeom>
            <a:rect b="b" l="l" r="r" t="t"/>
            <a:pathLst>
              <a:path extrusionOk="0" h="240530" w="238125">
                <a:moveTo>
                  <a:pt x="0" y="0"/>
                </a:moveTo>
                <a:lnTo>
                  <a:pt x="238125" y="0"/>
                </a:lnTo>
                <a:lnTo>
                  <a:pt x="238125" y="240531"/>
                </a:lnTo>
                <a:lnTo>
                  <a:pt x="0" y="240531"/>
                </a:lnTo>
                <a:lnTo>
                  <a:pt x="0" y="0"/>
                </a:lnTo>
                <a:close/>
              </a:path>
            </a:pathLst>
          </a:custGeom>
          <a:blipFill rotWithShape="1">
            <a:blip r:embed="rId11">
              <a:alphaModFix/>
            </a:blip>
            <a:stretch>
              <a:fillRect b="0" l="0" r="0" t="0"/>
            </a:stretch>
          </a:blipFill>
          <a:ln>
            <a:noFill/>
          </a:ln>
        </p:spPr>
      </p:sp>
      <p:sp>
        <p:nvSpPr>
          <p:cNvPr id="292" name="Google Shape;292;p9"/>
          <p:cNvSpPr/>
          <p:nvPr/>
        </p:nvSpPr>
        <p:spPr>
          <a:xfrm>
            <a:off x="10327841" y="3996762"/>
            <a:ext cx="238125" cy="240530"/>
          </a:xfrm>
          <a:custGeom>
            <a:rect b="b" l="l" r="r" t="t"/>
            <a:pathLst>
              <a:path extrusionOk="0" h="240530" w="238125">
                <a:moveTo>
                  <a:pt x="0" y="0"/>
                </a:moveTo>
                <a:lnTo>
                  <a:pt x="238125" y="0"/>
                </a:lnTo>
                <a:lnTo>
                  <a:pt x="238125" y="240531"/>
                </a:lnTo>
                <a:lnTo>
                  <a:pt x="0" y="240531"/>
                </a:lnTo>
                <a:lnTo>
                  <a:pt x="0" y="0"/>
                </a:lnTo>
                <a:close/>
              </a:path>
            </a:pathLst>
          </a:custGeom>
          <a:blipFill rotWithShape="1">
            <a:blip r:embed="rId12">
              <a:alphaModFix/>
            </a:blip>
            <a:stretch>
              <a:fillRect b="0" l="0" r="0" t="0"/>
            </a:stretch>
          </a:blipFill>
          <a:ln>
            <a:noFill/>
          </a:ln>
        </p:spPr>
      </p:sp>
      <p:sp>
        <p:nvSpPr>
          <p:cNvPr id="293" name="Google Shape;293;p9"/>
          <p:cNvSpPr/>
          <p:nvPr/>
        </p:nvSpPr>
        <p:spPr>
          <a:xfrm>
            <a:off x="10054851" y="4049848"/>
            <a:ext cx="231654" cy="134360"/>
          </a:xfrm>
          <a:custGeom>
            <a:rect b="b" l="l" r="r" t="t"/>
            <a:pathLst>
              <a:path extrusionOk="0" h="134360" w="231654">
                <a:moveTo>
                  <a:pt x="0" y="0"/>
                </a:moveTo>
                <a:lnTo>
                  <a:pt x="231655" y="0"/>
                </a:lnTo>
                <a:lnTo>
                  <a:pt x="231655" y="134359"/>
                </a:lnTo>
                <a:lnTo>
                  <a:pt x="0" y="134359"/>
                </a:lnTo>
                <a:lnTo>
                  <a:pt x="0" y="0"/>
                </a:lnTo>
                <a:close/>
              </a:path>
            </a:pathLst>
          </a:custGeom>
          <a:blipFill rotWithShape="1">
            <a:blip r:embed="rId13">
              <a:alphaModFix/>
            </a:blip>
            <a:stretch>
              <a:fillRect b="0" l="0" r="0" t="0"/>
            </a:stretch>
          </a:blipFill>
          <a:ln>
            <a:noFill/>
          </a:ln>
        </p:spPr>
      </p:sp>
      <p:sp>
        <p:nvSpPr>
          <p:cNvPr id="294" name="Google Shape;294;p9"/>
          <p:cNvSpPr/>
          <p:nvPr/>
        </p:nvSpPr>
        <p:spPr>
          <a:xfrm>
            <a:off x="10366771" y="4023305"/>
            <a:ext cx="160265" cy="187445"/>
          </a:xfrm>
          <a:custGeom>
            <a:rect b="b" l="l" r="r" t="t"/>
            <a:pathLst>
              <a:path extrusionOk="0" h="187445" w="160265">
                <a:moveTo>
                  <a:pt x="0" y="0"/>
                </a:moveTo>
                <a:lnTo>
                  <a:pt x="160265" y="0"/>
                </a:lnTo>
                <a:lnTo>
                  <a:pt x="160265" y="187445"/>
                </a:lnTo>
                <a:lnTo>
                  <a:pt x="0" y="187445"/>
                </a:lnTo>
                <a:lnTo>
                  <a:pt x="0" y="0"/>
                </a:lnTo>
                <a:close/>
              </a:path>
            </a:pathLst>
          </a:custGeom>
          <a:blipFill rotWithShape="1">
            <a:blip r:embed="rId14">
              <a:alphaModFix/>
            </a:blip>
            <a:stretch>
              <a:fillRect b="0" l="0" r="0" t="0"/>
            </a:stretch>
          </a:blipFill>
          <a:ln>
            <a:noFill/>
          </a:ln>
        </p:spPr>
      </p:sp>
      <p:grpSp>
        <p:nvGrpSpPr>
          <p:cNvPr id="295" name="Google Shape;295;p9"/>
          <p:cNvGrpSpPr/>
          <p:nvPr/>
        </p:nvGrpSpPr>
        <p:grpSpPr>
          <a:xfrm>
            <a:off x="537456" y="3107854"/>
            <a:ext cx="3312645" cy="5006242"/>
            <a:chOff x="0" y="-38100"/>
            <a:chExt cx="681614" cy="1030091"/>
          </a:xfrm>
        </p:grpSpPr>
        <p:sp>
          <p:nvSpPr>
            <p:cNvPr id="296" name="Google Shape;296;p9"/>
            <p:cNvSpPr/>
            <p:nvPr/>
          </p:nvSpPr>
          <p:spPr>
            <a:xfrm>
              <a:off x="0" y="0"/>
              <a:ext cx="681614" cy="991991"/>
            </a:xfrm>
            <a:custGeom>
              <a:rect b="b" l="l" r="r" t="t"/>
              <a:pathLst>
                <a:path extrusionOk="0" h="991991" w="681614">
                  <a:moveTo>
                    <a:pt x="45646" y="0"/>
                  </a:moveTo>
                  <a:lnTo>
                    <a:pt x="635968" y="0"/>
                  </a:lnTo>
                  <a:cubicBezTo>
                    <a:pt x="648074" y="0"/>
                    <a:pt x="659684" y="4809"/>
                    <a:pt x="668245" y="13369"/>
                  </a:cubicBezTo>
                  <a:cubicBezTo>
                    <a:pt x="676805" y="21930"/>
                    <a:pt x="681614" y="33540"/>
                    <a:pt x="681614" y="45646"/>
                  </a:cubicBezTo>
                  <a:lnTo>
                    <a:pt x="681614" y="946345"/>
                  </a:lnTo>
                  <a:cubicBezTo>
                    <a:pt x="681614" y="958451"/>
                    <a:pt x="676805" y="970061"/>
                    <a:pt x="668245" y="978621"/>
                  </a:cubicBezTo>
                  <a:cubicBezTo>
                    <a:pt x="659684" y="987182"/>
                    <a:pt x="648074" y="991991"/>
                    <a:pt x="635968" y="991991"/>
                  </a:cubicBezTo>
                  <a:lnTo>
                    <a:pt x="45646" y="991991"/>
                  </a:lnTo>
                  <a:cubicBezTo>
                    <a:pt x="33540" y="991991"/>
                    <a:pt x="21930" y="987182"/>
                    <a:pt x="13369" y="978621"/>
                  </a:cubicBezTo>
                  <a:cubicBezTo>
                    <a:pt x="4809" y="970061"/>
                    <a:pt x="0" y="958451"/>
                    <a:pt x="0" y="946345"/>
                  </a:cubicBezTo>
                  <a:lnTo>
                    <a:pt x="0" y="45646"/>
                  </a:lnTo>
                  <a:cubicBezTo>
                    <a:pt x="0" y="33540"/>
                    <a:pt x="4809" y="21930"/>
                    <a:pt x="13369" y="13369"/>
                  </a:cubicBezTo>
                  <a:cubicBezTo>
                    <a:pt x="21930" y="4809"/>
                    <a:pt x="33540" y="0"/>
                    <a:pt x="45646" y="0"/>
                  </a:cubicBezTo>
                  <a:close/>
                </a:path>
              </a:pathLst>
            </a:custGeom>
            <a:solidFill>
              <a:srgbClr val="9371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txBox="1"/>
            <p:nvPr/>
          </p:nvSpPr>
          <p:spPr>
            <a:xfrm>
              <a:off x="0" y="-38100"/>
              <a:ext cx="681614" cy="1030091"/>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9"/>
          <p:cNvSpPr/>
          <p:nvPr/>
        </p:nvSpPr>
        <p:spPr>
          <a:xfrm>
            <a:off x="1635313" y="1662173"/>
            <a:ext cx="1089797" cy="1259881"/>
          </a:xfrm>
          <a:custGeom>
            <a:rect b="b" l="l" r="r" t="t"/>
            <a:pathLst>
              <a:path extrusionOk="0" h="1259881" w="1089797">
                <a:moveTo>
                  <a:pt x="0" y="0"/>
                </a:moveTo>
                <a:lnTo>
                  <a:pt x="1089796" y="0"/>
                </a:lnTo>
                <a:lnTo>
                  <a:pt x="1089796" y="1259881"/>
                </a:lnTo>
                <a:lnTo>
                  <a:pt x="0" y="1259881"/>
                </a:lnTo>
                <a:lnTo>
                  <a:pt x="0" y="0"/>
                </a:lnTo>
                <a:close/>
              </a:path>
            </a:pathLst>
          </a:custGeom>
          <a:blipFill rotWithShape="1">
            <a:blip r:embed="rId15">
              <a:alphaModFix/>
            </a:blip>
            <a:stretch>
              <a:fillRect b="0" l="0" r="0" t="0"/>
            </a:stretch>
          </a:blipFill>
          <a:ln>
            <a:noFill/>
          </a:ln>
        </p:spPr>
      </p:sp>
      <p:grpSp>
        <p:nvGrpSpPr>
          <p:cNvPr id="299" name="Google Shape;299;p9"/>
          <p:cNvGrpSpPr/>
          <p:nvPr/>
        </p:nvGrpSpPr>
        <p:grpSpPr>
          <a:xfrm>
            <a:off x="2386797" y="2471423"/>
            <a:ext cx="676625" cy="676625"/>
            <a:chOff x="0" y="0"/>
            <a:chExt cx="812800" cy="812800"/>
          </a:xfrm>
        </p:grpSpPr>
        <p:sp>
          <p:nvSpPr>
            <p:cNvPr id="300" name="Google Shape;30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9"/>
          <p:cNvSpPr/>
          <p:nvPr/>
        </p:nvSpPr>
        <p:spPr>
          <a:xfrm>
            <a:off x="2484726" y="2627044"/>
            <a:ext cx="480767" cy="365383"/>
          </a:xfrm>
          <a:custGeom>
            <a:rect b="b" l="l" r="r" t="t"/>
            <a:pathLst>
              <a:path extrusionOk="0" h="365383" w="480767">
                <a:moveTo>
                  <a:pt x="0" y="0"/>
                </a:moveTo>
                <a:lnTo>
                  <a:pt x="480767" y="0"/>
                </a:lnTo>
                <a:lnTo>
                  <a:pt x="480767" y="365384"/>
                </a:lnTo>
                <a:lnTo>
                  <a:pt x="0" y="365384"/>
                </a:lnTo>
                <a:lnTo>
                  <a:pt x="0" y="0"/>
                </a:lnTo>
                <a:close/>
              </a:path>
            </a:pathLst>
          </a:custGeom>
          <a:blipFill rotWithShape="1">
            <a:blip r:embed="rId17">
              <a:alphaModFix/>
            </a:blip>
            <a:stretch>
              <a:fillRect b="0" l="0" r="0" t="0"/>
            </a:stretch>
          </a:blipFill>
          <a:ln>
            <a:noFill/>
          </a:ln>
        </p:spPr>
      </p:sp>
      <p:grpSp>
        <p:nvGrpSpPr>
          <p:cNvPr id="303" name="Google Shape;303;p9"/>
          <p:cNvGrpSpPr/>
          <p:nvPr/>
        </p:nvGrpSpPr>
        <p:grpSpPr>
          <a:xfrm>
            <a:off x="1099687" y="3436709"/>
            <a:ext cx="1643286" cy="597462"/>
            <a:chOff x="0" y="-38100"/>
            <a:chExt cx="734208" cy="266942"/>
          </a:xfrm>
        </p:grpSpPr>
        <p:sp>
          <p:nvSpPr>
            <p:cNvPr id="304" name="Google Shape;304;p9"/>
            <p:cNvSpPr/>
            <p:nvPr/>
          </p:nvSpPr>
          <p:spPr>
            <a:xfrm>
              <a:off x="0" y="0"/>
              <a:ext cx="734208" cy="228842"/>
            </a:xfrm>
            <a:custGeom>
              <a:rect b="b" l="l" r="r" t="t"/>
              <a:pathLst>
                <a:path extrusionOk="0" h="228842" w="734208">
                  <a:moveTo>
                    <a:pt x="114421" y="0"/>
                  </a:moveTo>
                  <a:lnTo>
                    <a:pt x="619787" y="0"/>
                  </a:lnTo>
                  <a:cubicBezTo>
                    <a:pt x="650133" y="0"/>
                    <a:pt x="679236" y="12055"/>
                    <a:pt x="700695" y="33513"/>
                  </a:cubicBezTo>
                  <a:cubicBezTo>
                    <a:pt x="722153" y="54971"/>
                    <a:pt x="734208" y="84075"/>
                    <a:pt x="734208" y="114421"/>
                  </a:cubicBezTo>
                  <a:lnTo>
                    <a:pt x="734208" y="114421"/>
                  </a:lnTo>
                  <a:cubicBezTo>
                    <a:pt x="734208" y="144767"/>
                    <a:pt x="722153" y="173871"/>
                    <a:pt x="700695" y="195329"/>
                  </a:cubicBezTo>
                  <a:cubicBezTo>
                    <a:pt x="679236" y="216787"/>
                    <a:pt x="650133" y="228842"/>
                    <a:pt x="619787" y="228842"/>
                  </a:cubicBezTo>
                  <a:lnTo>
                    <a:pt x="114421" y="228842"/>
                  </a:lnTo>
                  <a:cubicBezTo>
                    <a:pt x="84075" y="228842"/>
                    <a:pt x="54971" y="216787"/>
                    <a:pt x="33513" y="195329"/>
                  </a:cubicBezTo>
                  <a:cubicBezTo>
                    <a:pt x="12055" y="173871"/>
                    <a:pt x="0" y="144767"/>
                    <a:pt x="0" y="114421"/>
                  </a:cubicBezTo>
                  <a:lnTo>
                    <a:pt x="0" y="114421"/>
                  </a:lnTo>
                  <a:cubicBezTo>
                    <a:pt x="0" y="84075"/>
                    <a:pt x="12055" y="54971"/>
                    <a:pt x="33513" y="33513"/>
                  </a:cubicBezTo>
                  <a:cubicBezTo>
                    <a:pt x="54971" y="12055"/>
                    <a:pt x="84075" y="0"/>
                    <a:pt x="114421"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txBox="1"/>
            <p:nvPr/>
          </p:nvSpPr>
          <p:spPr>
            <a:xfrm>
              <a:off x="0" y="-38100"/>
              <a:ext cx="734208" cy="266942"/>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9"/>
          <p:cNvGrpSpPr/>
          <p:nvPr/>
        </p:nvGrpSpPr>
        <p:grpSpPr>
          <a:xfrm>
            <a:off x="1699422" y="3338193"/>
            <a:ext cx="1588449" cy="697353"/>
            <a:chOff x="0" y="-38100"/>
            <a:chExt cx="326841" cy="143489"/>
          </a:xfrm>
        </p:grpSpPr>
        <p:sp>
          <p:nvSpPr>
            <p:cNvPr id="307" name="Google Shape;307;p9"/>
            <p:cNvSpPr/>
            <p:nvPr/>
          </p:nvSpPr>
          <p:spPr>
            <a:xfrm>
              <a:off x="0" y="0"/>
              <a:ext cx="326841" cy="105389"/>
            </a:xfrm>
            <a:custGeom>
              <a:rect b="b" l="l" r="r" t="t"/>
              <a:pathLst>
                <a:path extrusionOk="0" h="105389" w="326841">
                  <a:moveTo>
                    <a:pt x="52694" y="0"/>
                  </a:moveTo>
                  <a:lnTo>
                    <a:pt x="274147" y="0"/>
                  </a:lnTo>
                  <a:cubicBezTo>
                    <a:pt x="288122" y="0"/>
                    <a:pt x="301525" y="5552"/>
                    <a:pt x="311408" y="15434"/>
                  </a:cubicBezTo>
                  <a:cubicBezTo>
                    <a:pt x="321290" y="25316"/>
                    <a:pt x="326841" y="38719"/>
                    <a:pt x="326841" y="52694"/>
                  </a:cubicBezTo>
                  <a:lnTo>
                    <a:pt x="326841" y="52694"/>
                  </a:lnTo>
                  <a:cubicBezTo>
                    <a:pt x="326841" y="66670"/>
                    <a:pt x="321290" y="80073"/>
                    <a:pt x="311408" y="89955"/>
                  </a:cubicBezTo>
                  <a:cubicBezTo>
                    <a:pt x="301525" y="99837"/>
                    <a:pt x="288122" y="105389"/>
                    <a:pt x="274147" y="105389"/>
                  </a:cubicBezTo>
                  <a:lnTo>
                    <a:pt x="52694" y="105389"/>
                  </a:lnTo>
                  <a:cubicBezTo>
                    <a:pt x="38719" y="105389"/>
                    <a:pt x="25316" y="99837"/>
                    <a:pt x="15434" y="89955"/>
                  </a:cubicBezTo>
                  <a:cubicBezTo>
                    <a:pt x="5552" y="80073"/>
                    <a:pt x="0" y="66670"/>
                    <a:pt x="0" y="52694"/>
                  </a:cubicBezTo>
                  <a:lnTo>
                    <a:pt x="0" y="52694"/>
                  </a:lnTo>
                  <a:cubicBezTo>
                    <a:pt x="0" y="38719"/>
                    <a:pt x="5552" y="25316"/>
                    <a:pt x="15434" y="15434"/>
                  </a:cubicBezTo>
                  <a:cubicBezTo>
                    <a:pt x="25316" y="5552"/>
                    <a:pt x="38719" y="0"/>
                    <a:pt x="52694"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txBox="1"/>
            <p:nvPr/>
          </p:nvSpPr>
          <p:spPr>
            <a:xfrm>
              <a:off x="0" y="-38100"/>
              <a:ext cx="326841"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Por Tarea</a:t>
              </a:r>
              <a:endParaRPr/>
            </a:p>
          </p:txBody>
        </p:sp>
      </p:grpSp>
      <p:grpSp>
        <p:nvGrpSpPr>
          <p:cNvPr id="309" name="Google Shape;309;p9"/>
          <p:cNvGrpSpPr/>
          <p:nvPr/>
        </p:nvGrpSpPr>
        <p:grpSpPr>
          <a:xfrm>
            <a:off x="724518" y="4138353"/>
            <a:ext cx="2938523" cy="697353"/>
            <a:chOff x="0" y="-38100"/>
            <a:chExt cx="604634" cy="143489"/>
          </a:xfrm>
        </p:grpSpPr>
        <p:sp>
          <p:nvSpPr>
            <p:cNvPr id="310" name="Google Shape;310;p9"/>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Titulo</a:t>
              </a:r>
              <a:endParaRPr/>
            </a:p>
          </p:txBody>
        </p:sp>
      </p:grpSp>
      <p:sp>
        <p:nvSpPr>
          <p:cNvPr id="312" name="Google Shape;312;p9"/>
          <p:cNvSpPr/>
          <p:nvPr/>
        </p:nvSpPr>
        <p:spPr>
          <a:xfrm>
            <a:off x="3336598" y="4410820"/>
            <a:ext cx="219168" cy="219168"/>
          </a:xfrm>
          <a:custGeom>
            <a:rect b="b" l="l" r="r" t="t"/>
            <a:pathLst>
              <a:path extrusionOk="0" h="219168" w="219168">
                <a:moveTo>
                  <a:pt x="0" y="0"/>
                </a:moveTo>
                <a:lnTo>
                  <a:pt x="219169" y="0"/>
                </a:lnTo>
                <a:lnTo>
                  <a:pt x="219169" y="219168"/>
                </a:lnTo>
                <a:lnTo>
                  <a:pt x="0" y="219168"/>
                </a:lnTo>
                <a:lnTo>
                  <a:pt x="0" y="0"/>
                </a:lnTo>
                <a:close/>
              </a:path>
            </a:pathLst>
          </a:custGeom>
          <a:blipFill rotWithShape="1">
            <a:blip r:embed="rId16">
              <a:alphaModFix/>
            </a:blip>
            <a:stretch>
              <a:fillRect b="0" l="0" r="0" t="0"/>
            </a:stretch>
          </a:blipFill>
          <a:ln>
            <a:noFill/>
          </a:ln>
        </p:spPr>
      </p:sp>
      <p:grpSp>
        <p:nvGrpSpPr>
          <p:cNvPr id="313" name="Google Shape;313;p9"/>
          <p:cNvGrpSpPr/>
          <p:nvPr/>
        </p:nvGrpSpPr>
        <p:grpSpPr>
          <a:xfrm>
            <a:off x="724518" y="4806739"/>
            <a:ext cx="2938523" cy="697353"/>
            <a:chOff x="0" y="-38100"/>
            <a:chExt cx="604634" cy="143489"/>
          </a:xfrm>
        </p:grpSpPr>
        <p:sp>
          <p:nvSpPr>
            <p:cNvPr id="314" name="Google Shape;314;p9"/>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Periodo</a:t>
              </a:r>
              <a:endParaRPr/>
            </a:p>
          </p:txBody>
        </p:sp>
      </p:grpSp>
      <p:sp>
        <p:nvSpPr>
          <p:cNvPr id="316" name="Google Shape;316;p9"/>
          <p:cNvSpPr/>
          <p:nvPr/>
        </p:nvSpPr>
        <p:spPr>
          <a:xfrm>
            <a:off x="3239189" y="5735588"/>
            <a:ext cx="321513" cy="321513"/>
          </a:xfrm>
          <a:custGeom>
            <a:rect b="b" l="l" r="r" t="t"/>
            <a:pathLst>
              <a:path extrusionOk="0" h="321513" w="321513">
                <a:moveTo>
                  <a:pt x="0" y="0"/>
                </a:moveTo>
                <a:lnTo>
                  <a:pt x="321513" y="0"/>
                </a:lnTo>
                <a:lnTo>
                  <a:pt x="321513" y="321512"/>
                </a:lnTo>
                <a:lnTo>
                  <a:pt x="0" y="321512"/>
                </a:lnTo>
                <a:lnTo>
                  <a:pt x="0" y="0"/>
                </a:lnTo>
                <a:close/>
              </a:path>
            </a:pathLst>
          </a:custGeom>
          <a:blipFill rotWithShape="1">
            <a:blip r:embed="rId18">
              <a:alphaModFix/>
            </a:blip>
            <a:stretch>
              <a:fillRect b="0" l="0" r="0" t="0"/>
            </a:stretch>
          </a:blipFill>
          <a:ln>
            <a:noFill/>
          </a:ln>
        </p:spPr>
      </p:sp>
      <p:grpSp>
        <p:nvGrpSpPr>
          <p:cNvPr id="317" name="Google Shape;317;p9"/>
          <p:cNvGrpSpPr/>
          <p:nvPr/>
        </p:nvGrpSpPr>
        <p:grpSpPr>
          <a:xfrm>
            <a:off x="724518" y="5471327"/>
            <a:ext cx="2938523" cy="1367928"/>
            <a:chOff x="0" y="-38100"/>
            <a:chExt cx="604634" cy="281467"/>
          </a:xfrm>
        </p:grpSpPr>
        <p:sp>
          <p:nvSpPr>
            <p:cNvPr id="318" name="Google Shape;318;p9"/>
            <p:cNvSpPr/>
            <p:nvPr/>
          </p:nvSpPr>
          <p:spPr>
            <a:xfrm>
              <a:off x="0" y="0"/>
              <a:ext cx="604634" cy="243367"/>
            </a:xfrm>
            <a:custGeom>
              <a:rect b="b" l="l" r="r" t="t"/>
              <a:pathLst>
                <a:path extrusionOk="0" h="243367" w="604634">
                  <a:moveTo>
                    <a:pt x="51458" y="0"/>
                  </a:moveTo>
                  <a:lnTo>
                    <a:pt x="553177" y="0"/>
                  </a:lnTo>
                  <a:cubicBezTo>
                    <a:pt x="581596" y="0"/>
                    <a:pt x="604634" y="23038"/>
                    <a:pt x="604634" y="51458"/>
                  </a:cubicBezTo>
                  <a:lnTo>
                    <a:pt x="604634" y="191909"/>
                  </a:lnTo>
                  <a:cubicBezTo>
                    <a:pt x="604634" y="220328"/>
                    <a:pt x="581596" y="243367"/>
                    <a:pt x="553177" y="243367"/>
                  </a:cubicBezTo>
                  <a:lnTo>
                    <a:pt x="51458" y="243367"/>
                  </a:lnTo>
                  <a:cubicBezTo>
                    <a:pt x="23038" y="243367"/>
                    <a:pt x="0" y="220328"/>
                    <a:pt x="0" y="191909"/>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txBox="1"/>
            <p:nvPr/>
          </p:nvSpPr>
          <p:spPr>
            <a:xfrm>
              <a:off x="0" y="-38100"/>
              <a:ext cx="604634" cy="2814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9"/>
          <p:cNvSpPr/>
          <p:nvPr/>
        </p:nvSpPr>
        <p:spPr>
          <a:xfrm>
            <a:off x="3287871" y="5093791"/>
            <a:ext cx="303094" cy="304617"/>
          </a:xfrm>
          <a:custGeom>
            <a:rect b="b" l="l" r="r" t="t"/>
            <a:pathLst>
              <a:path extrusionOk="0" h="304617" w="303094">
                <a:moveTo>
                  <a:pt x="0" y="0"/>
                </a:moveTo>
                <a:lnTo>
                  <a:pt x="303094" y="0"/>
                </a:lnTo>
                <a:lnTo>
                  <a:pt x="303094" y="304617"/>
                </a:lnTo>
                <a:lnTo>
                  <a:pt x="0" y="304617"/>
                </a:lnTo>
                <a:lnTo>
                  <a:pt x="0" y="0"/>
                </a:lnTo>
                <a:close/>
              </a:path>
            </a:pathLst>
          </a:custGeom>
          <a:blipFill rotWithShape="1">
            <a:blip r:embed="rId19">
              <a:alphaModFix/>
            </a:blip>
            <a:stretch>
              <a:fillRect b="0" l="0" r="0" t="0"/>
            </a:stretch>
          </a:blipFill>
          <a:ln>
            <a:noFill/>
          </a:ln>
        </p:spPr>
      </p:sp>
      <p:sp>
        <p:nvSpPr>
          <p:cNvPr id="321" name="Google Shape;321;p9"/>
          <p:cNvSpPr/>
          <p:nvPr/>
        </p:nvSpPr>
        <p:spPr>
          <a:xfrm>
            <a:off x="3165200" y="6110973"/>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20">
              <a:alphaModFix/>
            </a:blip>
            <a:stretch>
              <a:fillRect b="0" l="0" r="0" t="0"/>
            </a:stretch>
          </a:blipFill>
          <a:ln>
            <a:noFill/>
          </a:ln>
        </p:spPr>
      </p:sp>
      <p:sp>
        <p:nvSpPr>
          <p:cNvPr id="322" name="Google Shape;322;p9"/>
          <p:cNvSpPr/>
          <p:nvPr/>
        </p:nvSpPr>
        <p:spPr>
          <a:xfrm>
            <a:off x="3165134" y="5865565"/>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20">
              <a:alphaModFix/>
            </a:blip>
            <a:stretch>
              <a:fillRect b="0" l="0" r="0" t="0"/>
            </a:stretch>
          </a:blipFill>
          <a:ln>
            <a:noFill/>
          </a:ln>
        </p:spPr>
      </p:sp>
      <p:sp>
        <p:nvSpPr>
          <p:cNvPr id="323" name="Google Shape;323;p9"/>
          <p:cNvSpPr/>
          <p:nvPr/>
        </p:nvSpPr>
        <p:spPr>
          <a:xfrm>
            <a:off x="3165134" y="6356381"/>
            <a:ext cx="245408" cy="245408"/>
          </a:xfrm>
          <a:custGeom>
            <a:rect b="b" l="l" r="r" t="t"/>
            <a:pathLst>
              <a:path extrusionOk="0" h="245408" w="245408">
                <a:moveTo>
                  <a:pt x="0" y="0"/>
                </a:moveTo>
                <a:lnTo>
                  <a:pt x="245408" y="0"/>
                </a:lnTo>
                <a:lnTo>
                  <a:pt x="245408" y="245409"/>
                </a:lnTo>
                <a:lnTo>
                  <a:pt x="0" y="245409"/>
                </a:lnTo>
                <a:lnTo>
                  <a:pt x="0" y="0"/>
                </a:lnTo>
                <a:close/>
              </a:path>
            </a:pathLst>
          </a:custGeom>
          <a:blipFill rotWithShape="1">
            <a:blip r:embed="rId20">
              <a:alphaModFix/>
            </a:blip>
            <a:stretch>
              <a:fillRect b="0" l="0" r="0" t="0"/>
            </a:stretch>
          </a:blipFill>
          <a:ln>
            <a:noFill/>
          </a:ln>
        </p:spPr>
      </p:sp>
      <p:sp>
        <p:nvSpPr>
          <p:cNvPr id="324" name="Google Shape;324;p9"/>
          <p:cNvSpPr/>
          <p:nvPr/>
        </p:nvSpPr>
        <p:spPr>
          <a:xfrm>
            <a:off x="3231832" y="5924773"/>
            <a:ext cx="123817" cy="126991"/>
          </a:xfrm>
          <a:custGeom>
            <a:rect b="b" l="l" r="r" t="t"/>
            <a:pathLst>
              <a:path extrusionOk="0" h="126991" w="123817">
                <a:moveTo>
                  <a:pt x="0" y="0"/>
                </a:moveTo>
                <a:lnTo>
                  <a:pt x="123817" y="0"/>
                </a:lnTo>
                <a:lnTo>
                  <a:pt x="123817" y="126991"/>
                </a:lnTo>
                <a:lnTo>
                  <a:pt x="0" y="126991"/>
                </a:lnTo>
                <a:lnTo>
                  <a:pt x="0" y="0"/>
                </a:lnTo>
                <a:close/>
              </a:path>
            </a:pathLst>
          </a:custGeom>
          <a:blipFill rotWithShape="1">
            <a:blip r:embed="rId21">
              <a:alphaModFix/>
            </a:blip>
            <a:stretch>
              <a:fillRect b="0" l="0" r="0" t="0"/>
            </a:stretch>
          </a:blipFill>
          <a:ln>
            <a:noFill/>
          </a:ln>
        </p:spPr>
      </p:sp>
      <p:grpSp>
        <p:nvGrpSpPr>
          <p:cNvPr id="325" name="Google Shape;325;p9"/>
          <p:cNvGrpSpPr/>
          <p:nvPr/>
        </p:nvGrpSpPr>
        <p:grpSpPr>
          <a:xfrm>
            <a:off x="3155014" y="6716304"/>
            <a:ext cx="676625" cy="676625"/>
            <a:chOff x="0" y="0"/>
            <a:chExt cx="812800" cy="812800"/>
          </a:xfrm>
        </p:grpSpPr>
        <p:sp>
          <p:nvSpPr>
            <p:cNvPr id="326" name="Google Shape;326;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8" name="Google Shape;328;p9"/>
          <p:cNvSpPr/>
          <p:nvPr/>
        </p:nvSpPr>
        <p:spPr>
          <a:xfrm>
            <a:off x="3332570" y="6893860"/>
            <a:ext cx="321513" cy="321513"/>
          </a:xfrm>
          <a:custGeom>
            <a:rect b="b" l="l" r="r" t="t"/>
            <a:pathLst>
              <a:path extrusionOk="0" h="321513" w="321513">
                <a:moveTo>
                  <a:pt x="0" y="0"/>
                </a:moveTo>
                <a:lnTo>
                  <a:pt x="321513" y="0"/>
                </a:lnTo>
                <a:lnTo>
                  <a:pt x="321513" y="321513"/>
                </a:lnTo>
                <a:lnTo>
                  <a:pt x="0" y="321513"/>
                </a:lnTo>
                <a:lnTo>
                  <a:pt x="0" y="0"/>
                </a:lnTo>
                <a:close/>
              </a:path>
            </a:pathLst>
          </a:custGeom>
          <a:blipFill rotWithShape="1">
            <a:blip r:embed="rId18">
              <a:alphaModFix/>
            </a:blip>
            <a:stretch>
              <a:fillRect b="0" l="0" r="0" t="0"/>
            </a:stretch>
          </a:blipFill>
          <a:ln>
            <a:noFill/>
          </a:ln>
        </p:spPr>
      </p:sp>
      <p:sp>
        <p:nvSpPr>
          <p:cNvPr id="329" name="Google Shape;329;p9"/>
          <p:cNvSpPr/>
          <p:nvPr/>
        </p:nvSpPr>
        <p:spPr>
          <a:xfrm>
            <a:off x="537456" y="8659915"/>
            <a:ext cx="476250" cy="442912"/>
          </a:xfrm>
          <a:custGeom>
            <a:rect b="b" l="l" r="r" t="t"/>
            <a:pathLst>
              <a:path extrusionOk="0" h="442912" w="476250">
                <a:moveTo>
                  <a:pt x="0" y="0"/>
                </a:moveTo>
                <a:lnTo>
                  <a:pt x="476250" y="0"/>
                </a:lnTo>
                <a:lnTo>
                  <a:pt x="476250" y="442913"/>
                </a:lnTo>
                <a:lnTo>
                  <a:pt x="0" y="442913"/>
                </a:lnTo>
                <a:lnTo>
                  <a:pt x="0" y="0"/>
                </a:lnTo>
                <a:close/>
              </a:path>
            </a:pathLst>
          </a:custGeom>
          <a:blipFill rotWithShape="1">
            <a:blip r:embed="rId4">
              <a:alphaModFix/>
            </a:blip>
            <a:stretch>
              <a:fillRect b="0" l="0" r="0" t="0"/>
            </a:stretch>
          </a:blipFill>
          <a:ln>
            <a:noFill/>
          </a:ln>
        </p:spPr>
      </p:sp>
      <p:sp>
        <p:nvSpPr>
          <p:cNvPr id="330" name="Google Shape;330;p9"/>
          <p:cNvSpPr/>
          <p:nvPr/>
        </p:nvSpPr>
        <p:spPr>
          <a:xfrm>
            <a:off x="3283326"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sp>
        <p:nvSpPr>
          <p:cNvPr id="331" name="Google Shape;331;p9"/>
          <p:cNvSpPr/>
          <p:nvPr/>
        </p:nvSpPr>
        <p:spPr>
          <a:xfrm>
            <a:off x="14428719" y="8655811"/>
            <a:ext cx="476250" cy="442912"/>
          </a:xfrm>
          <a:custGeom>
            <a:rect b="b" l="l" r="r" t="t"/>
            <a:pathLst>
              <a:path extrusionOk="0" h="442912" w="476250">
                <a:moveTo>
                  <a:pt x="0" y="0"/>
                </a:moveTo>
                <a:lnTo>
                  <a:pt x="476250" y="0"/>
                </a:lnTo>
                <a:lnTo>
                  <a:pt x="476250" y="442913"/>
                </a:lnTo>
                <a:lnTo>
                  <a:pt x="0" y="442913"/>
                </a:lnTo>
                <a:lnTo>
                  <a:pt x="0" y="0"/>
                </a:lnTo>
                <a:close/>
              </a:path>
            </a:pathLst>
          </a:custGeom>
          <a:blipFill rotWithShape="1">
            <a:blip r:embed="rId4">
              <a:alphaModFix/>
            </a:blip>
            <a:stretch>
              <a:fillRect b="0" l="0" r="0" t="0"/>
            </a:stretch>
          </a:blipFill>
          <a:ln>
            <a:noFill/>
          </a:ln>
        </p:spPr>
      </p:sp>
      <p:sp>
        <p:nvSpPr>
          <p:cNvPr id="332" name="Google Shape;332;p9"/>
          <p:cNvSpPr/>
          <p:nvPr/>
        </p:nvSpPr>
        <p:spPr>
          <a:xfrm>
            <a:off x="17174588" y="8622474"/>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5">
              <a:alphaModFix/>
            </a:blip>
            <a:stretch>
              <a:fillRect b="0" l="0" r="0" t="0"/>
            </a:stretch>
          </a:blipFill>
          <a:ln>
            <a:noFill/>
          </a:ln>
        </p:spPr>
      </p:sp>
      <p:grpSp>
        <p:nvGrpSpPr>
          <p:cNvPr id="333" name="Google Shape;333;p9"/>
          <p:cNvGrpSpPr/>
          <p:nvPr/>
        </p:nvGrpSpPr>
        <p:grpSpPr>
          <a:xfrm>
            <a:off x="14331014" y="2279281"/>
            <a:ext cx="3452425" cy="6016181"/>
            <a:chOff x="0" y="-28575"/>
            <a:chExt cx="710376" cy="1237897"/>
          </a:xfrm>
        </p:grpSpPr>
        <p:sp>
          <p:nvSpPr>
            <p:cNvPr id="334" name="Google Shape;334;p9"/>
            <p:cNvSpPr/>
            <p:nvPr/>
          </p:nvSpPr>
          <p:spPr>
            <a:xfrm>
              <a:off x="0" y="0"/>
              <a:ext cx="710376" cy="1209322"/>
            </a:xfrm>
            <a:custGeom>
              <a:rect b="b" l="l" r="r" t="t"/>
              <a:pathLst>
                <a:path extrusionOk="0" h="1209322" w="710376">
                  <a:moveTo>
                    <a:pt x="43798" y="0"/>
                  </a:moveTo>
                  <a:lnTo>
                    <a:pt x="666578" y="0"/>
                  </a:lnTo>
                  <a:cubicBezTo>
                    <a:pt x="690767" y="0"/>
                    <a:pt x="710376" y="19609"/>
                    <a:pt x="710376" y="43798"/>
                  </a:cubicBezTo>
                  <a:lnTo>
                    <a:pt x="710376" y="1165524"/>
                  </a:lnTo>
                  <a:cubicBezTo>
                    <a:pt x="710376" y="1189713"/>
                    <a:pt x="690767" y="1209322"/>
                    <a:pt x="666578" y="1209322"/>
                  </a:cubicBezTo>
                  <a:lnTo>
                    <a:pt x="43798" y="1209322"/>
                  </a:lnTo>
                  <a:cubicBezTo>
                    <a:pt x="19609" y="1209322"/>
                    <a:pt x="0" y="1189713"/>
                    <a:pt x="0" y="1165524"/>
                  </a:cubicBezTo>
                  <a:lnTo>
                    <a:pt x="0" y="43798"/>
                  </a:lnTo>
                  <a:cubicBezTo>
                    <a:pt x="0" y="19609"/>
                    <a:pt x="19609" y="0"/>
                    <a:pt x="43798" y="0"/>
                  </a:cubicBezTo>
                  <a:close/>
                </a:path>
              </a:pathLst>
            </a:custGeom>
            <a:solidFill>
              <a:srgbClr val="DBCB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txBox="1"/>
            <p:nvPr/>
          </p:nvSpPr>
          <p:spPr>
            <a:xfrm>
              <a:off x="0" y="-28575"/>
              <a:ext cx="710376" cy="1237897"/>
            </a:xfrm>
            <a:prstGeom prst="rect">
              <a:avLst/>
            </a:prstGeom>
            <a:noFill/>
            <a:ln>
              <a:noFill/>
            </a:ln>
          </p:spPr>
          <p:txBody>
            <a:bodyPr anchorCtr="0" anchor="ctr" bIns="50800" lIns="50800" spcFirstLastPara="1" rIns="50800" wrap="square" tIns="50800">
              <a:noAutofit/>
            </a:bodyPr>
            <a:lstStyle/>
            <a:p>
              <a:pPr indent="0" lvl="0" marL="0" marR="0" rtl="0" algn="ctr">
                <a:lnSpc>
                  <a:spcPct val="10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6" name="Google Shape;336;p9"/>
          <p:cNvGrpSpPr/>
          <p:nvPr/>
        </p:nvGrpSpPr>
        <p:grpSpPr>
          <a:xfrm>
            <a:off x="14547821" y="5740265"/>
            <a:ext cx="2938523" cy="2159508"/>
            <a:chOff x="0" y="-38100"/>
            <a:chExt cx="604634" cy="444343"/>
          </a:xfrm>
        </p:grpSpPr>
        <p:sp>
          <p:nvSpPr>
            <p:cNvPr id="337" name="Google Shape;337;p9"/>
            <p:cNvSpPr/>
            <p:nvPr/>
          </p:nvSpPr>
          <p:spPr>
            <a:xfrm>
              <a:off x="0" y="0"/>
              <a:ext cx="604634" cy="406243"/>
            </a:xfrm>
            <a:custGeom>
              <a:rect b="b" l="l" r="r" t="t"/>
              <a:pathLst>
                <a:path extrusionOk="0" h="406243" w="604634">
                  <a:moveTo>
                    <a:pt x="51458" y="0"/>
                  </a:moveTo>
                  <a:lnTo>
                    <a:pt x="553177" y="0"/>
                  </a:lnTo>
                  <a:cubicBezTo>
                    <a:pt x="581596" y="0"/>
                    <a:pt x="604634" y="23038"/>
                    <a:pt x="604634" y="51458"/>
                  </a:cubicBezTo>
                  <a:lnTo>
                    <a:pt x="604634" y="354786"/>
                  </a:lnTo>
                  <a:cubicBezTo>
                    <a:pt x="604634" y="383205"/>
                    <a:pt x="581596" y="406243"/>
                    <a:pt x="553177" y="406243"/>
                  </a:cubicBezTo>
                  <a:lnTo>
                    <a:pt x="51458" y="406243"/>
                  </a:lnTo>
                  <a:cubicBezTo>
                    <a:pt x="23038" y="406243"/>
                    <a:pt x="0" y="383205"/>
                    <a:pt x="0" y="354786"/>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txBox="1"/>
            <p:nvPr/>
          </p:nvSpPr>
          <p:spPr>
            <a:xfrm>
              <a:off x="0" y="-38100"/>
              <a:ext cx="604634" cy="444343"/>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9"/>
          <p:cNvSpPr/>
          <p:nvPr/>
        </p:nvSpPr>
        <p:spPr>
          <a:xfrm>
            <a:off x="14745081" y="6600850"/>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11">
              <a:alphaModFix/>
            </a:blip>
            <a:stretch>
              <a:fillRect b="0" l="0" r="0" t="0"/>
            </a:stretch>
          </a:blipFill>
          <a:ln>
            <a:noFill/>
          </a:ln>
        </p:spPr>
      </p:sp>
      <p:sp>
        <p:nvSpPr>
          <p:cNvPr id="340" name="Google Shape;340;p9"/>
          <p:cNvSpPr/>
          <p:nvPr/>
        </p:nvSpPr>
        <p:spPr>
          <a:xfrm>
            <a:off x="15179058" y="6600850"/>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12">
              <a:alphaModFix/>
            </a:blip>
            <a:stretch>
              <a:fillRect b="0" l="0" r="0" t="0"/>
            </a:stretch>
          </a:blipFill>
          <a:ln>
            <a:noFill/>
          </a:ln>
        </p:spPr>
      </p:sp>
      <p:sp>
        <p:nvSpPr>
          <p:cNvPr id="341" name="Google Shape;341;p9"/>
          <p:cNvSpPr/>
          <p:nvPr/>
        </p:nvSpPr>
        <p:spPr>
          <a:xfrm>
            <a:off x="14750164" y="6684253"/>
            <a:ext cx="363952" cy="211092"/>
          </a:xfrm>
          <a:custGeom>
            <a:rect b="b" l="l" r="r" t="t"/>
            <a:pathLst>
              <a:path extrusionOk="0" h="211092" w="363952">
                <a:moveTo>
                  <a:pt x="0" y="0"/>
                </a:moveTo>
                <a:lnTo>
                  <a:pt x="363952" y="0"/>
                </a:lnTo>
                <a:lnTo>
                  <a:pt x="363952" y="211092"/>
                </a:lnTo>
                <a:lnTo>
                  <a:pt x="0" y="211092"/>
                </a:lnTo>
                <a:lnTo>
                  <a:pt x="0" y="0"/>
                </a:lnTo>
                <a:close/>
              </a:path>
            </a:pathLst>
          </a:custGeom>
          <a:blipFill rotWithShape="1">
            <a:blip r:embed="rId13">
              <a:alphaModFix/>
            </a:blip>
            <a:stretch>
              <a:fillRect b="0" l="0" r="0" t="0"/>
            </a:stretch>
          </a:blipFill>
          <a:ln>
            <a:noFill/>
          </a:ln>
        </p:spPr>
      </p:sp>
      <p:sp>
        <p:nvSpPr>
          <p:cNvPr id="342" name="Google Shape;342;p9"/>
          <p:cNvSpPr/>
          <p:nvPr/>
        </p:nvSpPr>
        <p:spPr>
          <a:xfrm>
            <a:off x="15240221" y="6642551"/>
            <a:ext cx="251793" cy="294494"/>
          </a:xfrm>
          <a:custGeom>
            <a:rect b="b" l="l" r="r" t="t"/>
            <a:pathLst>
              <a:path extrusionOk="0" h="294494" w="251793">
                <a:moveTo>
                  <a:pt x="0" y="0"/>
                </a:moveTo>
                <a:lnTo>
                  <a:pt x="251792" y="0"/>
                </a:lnTo>
                <a:lnTo>
                  <a:pt x="251792" y="294495"/>
                </a:lnTo>
                <a:lnTo>
                  <a:pt x="0" y="294495"/>
                </a:lnTo>
                <a:lnTo>
                  <a:pt x="0" y="0"/>
                </a:lnTo>
                <a:close/>
              </a:path>
            </a:pathLst>
          </a:custGeom>
          <a:blipFill rotWithShape="1">
            <a:blip r:embed="rId14">
              <a:alphaModFix/>
            </a:blip>
            <a:stretch>
              <a:fillRect b="0" l="0" r="0" t="0"/>
            </a:stretch>
          </a:blipFill>
          <a:ln>
            <a:noFill/>
          </a:ln>
        </p:spPr>
      </p:sp>
      <p:grpSp>
        <p:nvGrpSpPr>
          <p:cNvPr id="343" name="Google Shape;343;p9"/>
          <p:cNvGrpSpPr/>
          <p:nvPr/>
        </p:nvGrpSpPr>
        <p:grpSpPr>
          <a:xfrm>
            <a:off x="14583814" y="3386237"/>
            <a:ext cx="2938523" cy="697353"/>
            <a:chOff x="0" y="-38100"/>
            <a:chExt cx="604634" cy="143489"/>
          </a:xfrm>
        </p:grpSpPr>
        <p:sp>
          <p:nvSpPr>
            <p:cNvPr id="344" name="Google Shape;344;p9"/>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[Tu nombre]</a:t>
              </a:r>
              <a:endParaRPr/>
            </a:p>
          </p:txBody>
        </p:sp>
      </p:grpSp>
      <p:sp>
        <p:nvSpPr>
          <p:cNvPr id="346" name="Google Shape;346;p9"/>
          <p:cNvSpPr/>
          <p:nvPr/>
        </p:nvSpPr>
        <p:spPr>
          <a:xfrm>
            <a:off x="17195895" y="3658703"/>
            <a:ext cx="219168" cy="219168"/>
          </a:xfrm>
          <a:custGeom>
            <a:rect b="b" l="l" r="r" t="t"/>
            <a:pathLst>
              <a:path extrusionOk="0" h="219168" w="219168">
                <a:moveTo>
                  <a:pt x="0" y="0"/>
                </a:moveTo>
                <a:lnTo>
                  <a:pt x="219168" y="0"/>
                </a:lnTo>
                <a:lnTo>
                  <a:pt x="219168" y="219169"/>
                </a:lnTo>
                <a:lnTo>
                  <a:pt x="0" y="219169"/>
                </a:lnTo>
                <a:lnTo>
                  <a:pt x="0" y="0"/>
                </a:lnTo>
                <a:close/>
              </a:path>
            </a:pathLst>
          </a:custGeom>
          <a:blipFill rotWithShape="1">
            <a:blip r:embed="rId16">
              <a:alphaModFix/>
            </a:blip>
            <a:stretch>
              <a:fillRect b="0" l="0" r="0" t="0"/>
            </a:stretch>
          </a:blipFill>
          <a:ln>
            <a:noFill/>
          </a:ln>
        </p:spPr>
      </p:sp>
      <p:grpSp>
        <p:nvGrpSpPr>
          <p:cNvPr id="347" name="Google Shape;347;p9"/>
          <p:cNvGrpSpPr/>
          <p:nvPr/>
        </p:nvGrpSpPr>
        <p:grpSpPr>
          <a:xfrm>
            <a:off x="14547821" y="4052211"/>
            <a:ext cx="2938523" cy="1720820"/>
            <a:chOff x="0" y="-38100"/>
            <a:chExt cx="604634" cy="354078"/>
          </a:xfrm>
        </p:grpSpPr>
        <p:sp>
          <p:nvSpPr>
            <p:cNvPr id="348" name="Google Shape;348;p9"/>
            <p:cNvSpPr/>
            <p:nvPr/>
          </p:nvSpPr>
          <p:spPr>
            <a:xfrm>
              <a:off x="0" y="0"/>
              <a:ext cx="604634" cy="315978"/>
            </a:xfrm>
            <a:custGeom>
              <a:rect b="b" l="l" r="r" t="t"/>
              <a:pathLst>
                <a:path extrusionOk="0" h="315978" w="604634">
                  <a:moveTo>
                    <a:pt x="51458" y="0"/>
                  </a:moveTo>
                  <a:lnTo>
                    <a:pt x="553177" y="0"/>
                  </a:lnTo>
                  <a:cubicBezTo>
                    <a:pt x="581596" y="0"/>
                    <a:pt x="604634" y="23038"/>
                    <a:pt x="604634" y="51458"/>
                  </a:cubicBezTo>
                  <a:lnTo>
                    <a:pt x="604634" y="264521"/>
                  </a:lnTo>
                  <a:cubicBezTo>
                    <a:pt x="604634" y="292940"/>
                    <a:pt x="581596" y="315978"/>
                    <a:pt x="553177" y="315978"/>
                  </a:cubicBezTo>
                  <a:lnTo>
                    <a:pt x="51458" y="315978"/>
                  </a:lnTo>
                  <a:cubicBezTo>
                    <a:pt x="23038" y="315978"/>
                    <a:pt x="0" y="292940"/>
                    <a:pt x="0" y="26452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txBox="1"/>
            <p:nvPr/>
          </p:nvSpPr>
          <p:spPr>
            <a:xfrm>
              <a:off x="0" y="-38100"/>
              <a:ext cx="604634" cy="354078"/>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0" name="Google Shape;350;p9"/>
          <p:cNvSpPr/>
          <p:nvPr/>
        </p:nvSpPr>
        <p:spPr>
          <a:xfrm>
            <a:off x="17013504" y="5186528"/>
            <a:ext cx="245408" cy="245408"/>
          </a:xfrm>
          <a:custGeom>
            <a:rect b="b" l="l" r="r" t="t"/>
            <a:pathLst>
              <a:path extrusionOk="0" h="245408" w="245408">
                <a:moveTo>
                  <a:pt x="0" y="0"/>
                </a:moveTo>
                <a:lnTo>
                  <a:pt x="245408" y="0"/>
                </a:lnTo>
                <a:lnTo>
                  <a:pt x="245408" y="245409"/>
                </a:lnTo>
                <a:lnTo>
                  <a:pt x="0" y="245409"/>
                </a:lnTo>
                <a:lnTo>
                  <a:pt x="0" y="0"/>
                </a:lnTo>
                <a:close/>
              </a:path>
            </a:pathLst>
          </a:custGeom>
          <a:blipFill rotWithShape="1">
            <a:blip r:embed="rId20">
              <a:alphaModFix/>
            </a:blip>
            <a:stretch>
              <a:fillRect b="0" l="0" r="0" t="0"/>
            </a:stretch>
          </a:blipFill>
          <a:ln>
            <a:noFill/>
          </a:ln>
        </p:spPr>
      </p:sp>
      <p:sp>
        <p:nvSpPr>
          <p:cNvPr id="351" name="Google Shape;351;p9"/>
          <p:cNvSpPr/>
          <p:nvPr/>
        </p:nvSpPr>
        <p:spPr>
          <a:xfrm>
            <a:off x="17013438" y="4941120"/>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20">
              <a:alphaModFix/>
            </a:blip>
            <a:stretch>
              <a:fillRect b="0" l="0" r="0" t="0"/>
            </a:stretch>
          </a:blipFill>
          <a:ln>
            <a:noFill/>
          </a:ln>
        </p:spPr>
      </p:sp>
      <p:sp>
        <p:nvSpPr>
          <p:cNvPr id="352" name="Google Shape;352;p9"/>
          <p:cNvSpPr/>
          <p:nvPr/>
        </p:nvSpPr>
        <p:spPr>
          <a:xfrm>
            <a:off x="17013438" y="5431937"/>
            <a:ext cx="245408" cy="245408"/>
          </a:xfrm>
          <a:custGeom>
            <a:rect b="b" l="l" r="r" t="t"/>
            <a:pathLst>
              <a:path extrusionOk="0" h="245408" w="245408">
                <a:moveTo>
                  <a:pt x="0" y="0"/>
                </a:moveTo>
                <a:lnTo>
                  <a:pt x="245408" y="0"/>
                </a:lnTo>
                <a:lnTo>
                  <a:pt x="245408" y="245408"/>
                </a:lnTo>
                <a:lnTo>
                  <a:pt x="0" y="245408"/>
                </a:lnTo>
                <a:lnTo>
                  <a:pt x="0" y="0"/>
                </a:lnTo>
                <a:close/>
              </a:path>
            </a:pathLst>
          </a:custGeom>
          <a:blipFill rotWithShape="1">
            <a:blip r:embed="rId20">
              <a:alphaModFix/>
            </a:blip>
            <a:stretch>
              <a:fillRect b="0" l="0" r="0" t="0"/>
            </a:stretch>
          </a:blipFill>
          <a:ln>
            <a:noFill/>
          </a:ln>
        </p:spPr>
      </p:sp>
      <p:sp>
        <p:nvSpPr>
          <p:cNvPr id="353" name="Google Shape;353;p9"/>
          <p:cNvSpPr/>
          <p:nvPr/>
        </p:nvSpPr>
        <p:spPr>
          <a:xfrm>
            <a:off x="17080136" y="5000328"/>
            <a:ext cx="123817" cy="126991"/>
          </a:xfrm>
          <a:custGeom>
            <a:rect b="b" l="l" r="r" t="t"/>
            <a:pathLst>
              <a:path extrusionOk="0" h="126991" w="123817">
                <a:moveTo>
                  <a:pt x="0" y="0"/>
                </a:moveTo>
                <a:lnTo>
                  <a:pt x="123817" y="0"/>
                </a:lnTo>
                <a:lnTo>
                  <a:pt x="123817" y="126992"/>
                </a:lnTo>
                <a:lnTo>
                  <a:pt x="0" y="126992"/>
                </a:lnTo>
                <a:lnTo>
                  <a:pt x="0" y="0"/>
                </a:lnTo>
                <a:close/>
              </a:path>
            </a:pathLst>
          </a:custGeom>
          <a:blipFill rotWithShape="1">
            <a:blip r:embed="rId21">
              <a:alphaModFix/>
            </a:blip>
            <a:stretch>
              <a:fillRect b="0" l="0" r="0" t="0"/>
            </a:stretch>
          </a:blipFill>
          <a:ln>
            <a:noFill/>
          </a:ln>
        </p:spPr>
      </p:sp>
      <p:sp>
        <p:nvSpPr>
          <p:cNvPr id="354" name="Google Shape;354;p9"/>
          <p:cNvSpPr/>
          <p:nvPr/>
        </p:nvSpPr>
        <p:spPr>
          <a:xfrm>
            <a:off x="15613035" y="6600850"/>
            <a:ext cx="374118" cy="377897"/>
          </a:xfrm>
          <a:custGeom>
            <a:rect b="b" l="l" r="r" t="t"/>
            <a:pathLst>
              <a:path extrusionOk="0" h="377897" w="374118">
                <a:moveTo>
                  <a:pt x="0" y="0"/>
                </a:moveTo>
                <a:lnTo>
                  <a:pt x="374117" y="0"/>
                </a:lnTo>
                <a:lnTo>
                  <a:pt x="374117" y="377897"/>
                </a:lnTo>
                <a:lnTo>
                  <a:pt x="0" y="377897"/>
                </a:lnTo>
                <a:lnTo>
                  <a:pt x="0" y="0"/>
                </a:lnTo>
                <a:close/>
              </a:path>
            </a:pathLst>
          </a:custGeom>
          <a:blipFill rotWithShape="1">
            <a:blip r:embed="rId22">
              <a:alphaModFix/>
            </a:blip>
            <a:stretch>
              <a:fillRect b="0" l="0" r="0" t="0"/>
            </a:stretch>
          </a:blipFill>
          <a:ln>
            <a:noFill/>
          </a:ln>
        </p:spPr>
      </p:sp>
      <p:grpSp>
        <p:nvGrpSpPr>
          <p:cNvPr id="355" name="Google Shape;355;p9"/>
          <p:cNvGrpSpPr/>
          <p:nvPr/>
        </p:nvGrpSpPr>
        <p:grpSpPr>
          <a:xfrm>
            <a:off x="15634281" y="6621403"/>
            <a:ext cx="331625" cy="331625"/>
            <a:chOff x="0" y="0"/>
            <a:chExt cx="812800" cy="812800"/>
          </a:xfrm>
        </p:grpSpPr>
        <p:sp>
          <p:nvSpPr>
            <p:cNvPr id="356" name="Google Shape;356;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8" name="Google Shape;358;p9"/>
          <p:cNvSpPr/>
          <p:nvPr/>
        </p:nvSpPr>
        <p:spPr>
          <a:xfrm>
            <a:off x="16047011" y="6600850"/>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22">
              <a:alphaModFix/>
            </a:blip>
            <a:stretch>
              <a:fillRect b="0" l="0" r="0" t="0"/>
            </a:stretch>
          </a:blipFill>
          <a:ln>
            <a:noFill/>
          </a:ln>
        </p:spPr>
      </p:sp>
      <p:grpSp>
        <p:nvGrpSpPr>
          <p:cNvPr id="359" name="Google Shape;359;p9"/>
          <p:cNvGrpSpPr/>
          <p:nvPr/>
        </p:nvGrpSpPr>
        <p:grpSpPr>
          <a:xfrm>
            <a:off x="16068258" y="6621403"/>
            <a:ext cx="331625" cy="331625"/>
            <a:chOff x="0" y="0"/>
            <a:chExt cx="812800" cy="812800"/>
          </a:xfrm>
        </p:grpSpPr>
        <p:sp>
          <p:nvSpPr>
            <p:cNvPr id="360" name="Google Shape;36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9"/>
          <p:cNvSpPr/>
          <p:nvPr/>
        </p:nvSpPr>
        <p:spPr>
          <a:xfrm>
            <a:off x="16480988" y="6600850"/>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22">
              <a:alphaModFix/>
            </a:blip>
            <a:stretch>
              <a:fillRect b="0" l="0" r="0" t="0"/>
            </a:stretch>
          </a:blipFill>
          <a:ln>
            <a:noFill/>
          </a:ln>
        </p:spPr>
      </p:sp>
      <p:grpSp>
        <p:nvGrpSpPr>
          <p:cNvPr id="363" name="Google Shape;363;p9"/>
          <p:cNvGrpSpPr/>
          <p:nvPr/>
        </p:nvGrpSpPr>
        <p:grpSpPr>
          <a:xfrm>
            <a:off x="16502235" y="6621403"/>
            <a:ext cx="331625" cy="331625"/>
            <a:chOff x="0" y="0"/>
            <a:chExt cx="812800" cy="812800"/>
          </a:xfrm>
        </p:grpSpPr>
        <p:sp>
          <p:nvSpPr>
            <p:cNvPr id="364" name="Google Shape;36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6" name="Google Shape;366;p9"/>
          <p:cNvSpPr/>
          <p:nvPr/>
        </p:nvSpPr>
        <p:spPr>
          <a:xfrm>
            <a:off x="16914965" y="6600850"/>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22">
              <a:alphaModFix/>
            </a:blip>
            <a:stretch>
              <a:fillRect b="0" l="0" r="0" t="0"/>
            </a:stretch>
          </a:blipFill>
          <a:ln>
            <a:noFill/>
          </a:ln>
        </p:spPr>
      </p:sp>
      <p:grpSp>
        <p:nvGrpSpPr>
          <p:cNvPr id="367" name="Google Shape;367;p9"/>
          <p:cNvGrpSpPr/>
          <p:nvPr/>
        </p:nvGrpSpPr>
        <p:grpSpPr>
          <a:xfrm>
            <a:off x="16936211" y="6621403"/>
            <a:ext cx="331625" cy="331625"/>
            <a:chOff x="0" y="0"/>
            <a:chExt cx="812800" cy="812800"/>
          </a:xfrm>
        </p:grpSpPr>
        <p:sp>
          <p:nvSpPr>
            <p:cNvPr id="368" name="Google Shape;36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70" name="Google Shape;370;p9"/>
          <p:cNvCxnSpPr/>
          <p:nvPr/>
        </p:nvCxnSpPr>
        <p:spPr>
          <a:xfrm flipH="1" rot="10800000">
            <a:off x="14547821" y="7043282"/>
            <a:ext cx="2938523" cy="12048"/>
          </a:xfrm>
          <a:prstGeom prst="straightConnector1">
            <a:avLst/>
          </a:prstGeom>
          <a:noFill/>
          <a:ln cap="flat" cmpd="sng" w="19050">
            <a:solidFill>
              <a:srgbClr val="000000"/>
            </a:solidFill>
            <a:prstDash val="dot"/>
            <a:round/>
            <a:headEnd len="sm" w="sm" type="none"/>
            <a:tailEnd len="sm" w="sm" type="none"/>
          </a:ln>
        </p:spPr>
      </p:cxnSp>
      <p:sp>
        <p:nvSpPr>
          <p:cNvPr id="371" name="Google Shape;371;p9"/>
          <p:cNvSpPr/>
          <p:nvPr/>
        </p:nvSpPr>
        <p:spPr>
          <a:xfrm>
            <a:off x="14719215" y="7424326"/>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22">
              <a:alphaModFix/>
            </a:blip>
            <a:stretch>
              <a:fillRect b="0" l="0" r="0" t="0"/>
            </a:stretch>
          </a:blipFill>
          <a:ln>
            <a:noFill/>
          </a:ln>
        </p:spPr>
      </p:sp>
      <p:sp>
        <p:nvSpPr>
          <p:cNvPr id="372" name="Google Shape;372;p9"/>
          <p:cNvSpPr/>
          <p:nvPr/>
        </p:nvSpPr>
        <p:spPr>
          <a:xfrm>
            <a:off x="15153192" y="7424326"/>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22">
              <a:alphaModFix/>
            </a:blip>
            <a:stretch>
              <a:fillRect b="0" l="0" r="0" t="0"/>
            </a:stretch>
          </a:blipFill>
          <a:ln>
            <a:noFill/>
          </a:ln>
        </p:spPr>
      </p:sp>
      <p:grpSp>
        <p:nvGrpSpPr>
          <p:cNvPr id="373" name="Google Shape;373;p9"/>
          <p:cNvGrpSpPr/>
          <p:nvPr/>
        </p:nvGrpSpPr>
        <p:grpSpPr>
          <a:xfrm>
            <a:off x="15174438" y="7444879"/>
            <a:ext cx="331625" cy="331625"/>
            <a:chOff x="0" y="0"/>
            <a:chExt cx="812800" cy="812800"/>
          </a:xfrm>
        </p:grpSpPr>
        <p:sp>
          <p:nvSpPr>
            <p:cNvPr id="374" name="Google Shape;37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6" name="Google Shape;376;p9"/>
          <p:cNvSpPr/>
          <p:nvPr/>
        </p:nvSpPr>
        <p:spPr>
          <a:xfrm>
            <a:off x="15587169" y="7424326"/>
            <a:ext cx="374118" cy="377897"/>
          </a:xfrm>
          <a:custGeom>
            <a:rect b="b" l="l" r="r" t="t"/>
            <a:pathLst>
              <a:path extrusionOk="0" h="377897" w="374118">
                <a:moveTo>
                  <a:pt x="0" y="0"/>
                </a:moveTo>
                <a:lnTo>
                  <a:pt x="374117" y="0"/>
                </a:lnTo>
                <a:lnTo>
                  <a:pt x="374117" y="377897"/>
                </a:lnTo>
                <a:lnTo>
                  <a:pt x="0" y="377897"/>
                </a:lnTo>
                <a:lnTo>
                  <a:pt x="0" y="0"/>
                </a:lnTo>
                <a:close/>
              </a:path>
            </a:pathLst>
          </a:custGeom>
          <a:blipFill rotWithShape="1">
            <a:blip r:embed="rId22">
              <a:alphaModFix/>
            </a:blip>
            <a:stretch>
              <a:fillRect b="0" l="0" r="0" t="0"/>
            </a:stretch>
          </a:blipFill>
          <a:ln>
            <a:noFill/>
          </a:ln>
        </p:spPr>
      </p:sp>
      <p:grpSp>
        <p:nvGrpSpPr>
          <p:cNvPr id="377" name="Google Shape;377;p9"/>
          <p:cNvGrpSpPr/>
          <p:nvPr/>
        </p:nvGrpSpPr>
        <p:grpSpPr>
          <a:xfrm>
            <a:off x="15608415" y="7444879"/>
            <a:ext cx="331625" cy="331625"/>
            <a:chOff x="0" y="0"/>
            <a:chExt cx="812800" cy="812800"/>
          </a:xfrm>
        </p:grpSpPr>
        <p:sp>
          <p:nvSpPr>
            <p:cNvPr id="378" name="Google Shape;37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0" name="Google Shape;380;p9"/>
          <p:cNvSpPr/>
          <p:nvPr/>
        </p:nvSpPr>
        <p:spPr>
          <a:xfrm>
            <a:off x="16021145" y="7424326"/>
            <a:ext cx="374118" cy="377897"/>
          </a:xfrm>
          <a:custGeom>
            <a:rect b="b" l="l" r="r" t="t"/>
            <a:pathLst>
              <a:path extrusionOk="0" h="377897" w="374118">
                <a:moveTo>
                  <a:pt x="0" y="0"/>
                </a:moveTo>
                <a:lnTo>
                  <a:pt x="374118" y="0"/>
                </a:lnTo>
                <a:lnTo>
                  <a:pt x="374118" y="377897"/>
                </a:lnTo>
                <a:lnTo>
                  <a:pt x="0" y="377897"/>
                </a:lnTo>
                <a:lnTo>
                  <a:pt x="0" y="0"/>
                </a:lnTo>
                <a:close/>
              </a:path>
            </a:pathLst>
          </a:custGeom>
          <a:blipFill rotWithShape="1">
            <a:blip r:embed="rId22">
              <a:alphaModFix/>
            </a:blip>
            <a:stretch>
              <a:fillRect b="0" l="0" r="0" t="0"/>
            </a:stretch>
          </a:blipFill>
          <a:ln>
            <a:noFill/>
          </a:ln>
        </p:spPr>
      </p:sp>
      <p:grpSp>
        <p:nvGrpSpPr>
          <p:cNvPr id="381" name="Google Shape;381;p9"/>
          <p:cNvGrpSpPr/>
          <p:nvPr/>
        </p:nvGrpSpPr>
        <p:grpSpPr>
          <a:xfrm>
            <a:off x="16042392" y="7444879"/>
            <a:ext cx="331625" cy="331625"/>
            <a:chOff x="0" y="0"/>
            <a:chExt cx="812800" cy="812800"/>
          </a:xfrm>
        </p:grpSpPr>
        <p:sp>
          <p:nvSpPr>
            <p:cNvPr id="382" name="Google Shape;382;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4" name="Google Shape;384;p9"/>
          <p:cNvSpPr/>
          <p:nvPr/>
        </p:nvSpPr>
        <p:spPr>
          <a:xfrm>
            <a:off x="16480988" y="7421743"/>
            <a:ext cx="374118" cy="377897"/>
          </a:xfrm>
          <a:custGeom>
            <a:rect b="b" l="l" r="r" t="t"/>
            <a:pathLst>
              <a:path extrusionOk="0" h="377897" w="374118">
                <a:moveTo>
                  <a:pt x="0" y="0"/>
                </a:moveTo>
                <a:lnTo>
                  <a:pt x="374118" y="0"/>
                </a:lnTo>
                <a:lnTo>
                  <a:pt x="374118" y="377896"/>
                </a:lnTo>
                <a:lnTo>
                  <a:pt x="0" y="377896"/>
                </a:lnTo>
                <a:lnTo>
                  <a:pt x="0" y="0"/>
                </a:lnTo>
                <a:close/>
              </a:path>
            </a:pathLst>
          </a:custGeom>
          <a:blipFill rotWithShape="1">
            <a:blip r:embed="rId22">
              <a:alphaModFix/>
            </a:blip>
            <a:stretch>
              <a:fillRect b="0" l="0" r="0" t="0"/>
            </a:stretch>
          </a:blipFill>
          <a:ln>
            <a:noFill/>
          </a:ln>
        </p:spPr>
      </p:sp>
      <p:grpSp>
        <p:nvGrpSpPr>
          <p:cNvPr id="385" name="Google Shape;385;p9"/>
          <p:cNvGrpSpPr/>
          <p:nvPr/>
        </p:nvGrpSpPr>
        <p:grpSpPr>
          <a:xfrm>
            <a:off x="16502235" y="7442295"/>
            <a:ext cx="331625" cy="331625"/>
            <a:chOff x="0" y="0"/>
            <a:chExt cx="812800" cy="812800"/>
          </a:xfrm>
        </p:grpSpPr>
        <p:sp>
          <p:nvSpPr>
            <p:cNvPr id="386" name="Google Shape;386;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8" name="Google Shape;388;p9"/>
          <p:cNvSpPr/>
          <p:nvPr/>
        </p:nvSpPr>
        <p:spPr>
          <a:xfrm>
            <a:off x="16914965" y="7421743"/>
            <a:ext cx="374118" cy="377897"/>
          </a:xfrm>
          <a:custGeom>
            <a:rect b="b" l="l" r="r" t="t"/>
            <a:pathLst>
              <a:path extrusionOk="0" h="377897" w="374118">
                <a:moveTo>
                  <a:pt x="0" y="0"/>
                </a:moveTo>
                <a:lnTo>
                  <a:pt x="374118" y="0"/>
                </a:lnTo>
                <a:lnTo>
                  <a:pt x="374118" y="377896"/>
                </a:lnTo>
                <a:lnTo>
                  <a:pt x="0" y="377896"/>
                </a:lnTo>
                <a:lnTo>
                  <a:pt x="0" y="0"/>
                </a:lnTo>
                <a:close/>
              </a:path>
            </a:pathLst>
          </a:custGeom>
          <a:blipFill rotWithShape="1">
            <a:blip r:embed="rId22">
              <a:alphaModFix/>
            </a:blip>
            <a:stretch>
              <a:fillRect b="0" l="0" r="0" t="0"/>
            </a:stretch>
          </a:blipFill>
          <a:ln>
            <a:noFill/>
          </a:ln>
        </p:spPr>
      </p:sp>
      <p:grpSp>
        <p:nvGrpSpPr>
          <p:cNvPr id="389" name="Google Shape;389;p9"/>
          <p:cNvGrpSpPr/>
          <p:nvPr/>
        </p:nvGrpSpPr>
        <p:grpSpPr>
          <a:xfrm>
            <a:off x="16936211" y="7442295"/>
            <a:ext cx="331625" cy="331625"/>
            <a:chOff x="0" y="0"/>
            <a:chExt cx="812800" cy="812800"/>
          </a:xfrm>
        </p:grpSpPr>
        <p:sp>
          <p:nvSpPr>
            <p:cNvPr id="390" name="Google Shape;39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2" name="Google Shape;392;p9"/>
          <p:cNvSpPr/>
          <p:nvPr/>
        </p:nvSpPr>
        <p:spPr>
          <a:xfrm>
            <a:off x="16594981" y="7476880"/>
            <a:ext cx="175845" cy="262455"/>
          </a:xfrm>
          <a:custGeom>
            <a:rect b="b" l="l" r="r" t="t"/>
            <a:pathLst>
              <a:path extrusionOk="0" h="262455" w="175845">
                <a:moveTo>
                  <a:pt x="0" y="0"/>
                </a:moveTo>
                <a:lnTo>
                  <a:pt x="175845" y="0"/>
                </a:lnTo>
                <a:lnTo>
                  <a:pt x="175845" y="262455"/>
                </a:lnTo>
                <a:lnTo>
                  <a:pt x="0" y="262455"/>
                </a:lnTo>
                <a:lnTo>
                  <a:pt x="0" y="0"/>
                </a:lnTo>
                <a:close/>
              </a:path>
            </a:pathLst>
          </a:custGeom>
          <a:blipFill rotWithShape="1">
            <a:blip r:embed="rId23">
              <a:alphaModFix/>
            </a:blip>
            <a:stretch>
              <a:fillRect b="0" l="0" r="0" t="0"/>
            </a:stretch>
          </a:blipFill>
          <a:ln>
            <a:noFill/>
          </a:ln>
        </p:spPr>
      </p:sp>
      <p:sp>
        <p:nvSpPr>
          <p:cNvPr id="393" name="Google Shape;393;p9"/>
          <p:cNvSpPr/>
          <p:nvPr/>
        </p:nvSpPr>
        <p:spPr>
          <a:xfrm>
            <a:off x="17022354" y="7476880"/>
            <a:ext cx="175845" cy="262455"/>
          </a:xfrm>
          <a:custGeom>
            <a:rect b="b" l="l" r="r" t="t"/>
            <a:pathLst>
              <a:path extrusionOk="0" h="262455" w="175845">
                <a:moveTo>
                  <a:pt x="0" y="0"/>
                </a:moveTo>
                <a:lnTo>
                  <a:pt x="175845" y="0"/>
                </a:lnTo>
                <a:lnTo>
                  <a:pt x="175845" y="262455"/>
                </a:lnTo>
                <a:lnTo>
                  <a:pt x="0" y="262455"/>
                </a:lnTo>
                <a:lnTo>
                  <a:pt x="0" y="0"/>
                </a:lnTo>
                <a:close/>
              </a:path>
            </a:pathLst>
          </a:custGeom>
          <a:blipFill rotWithShape="1">
            <a:blip r:embed="rId23">
              <a:alphaModFix/>
            </a:blip>
            <a:stretch>
              <a:fillRect b="0" l="0" r="0" t="0"/>
            </a:stretch>
          </a:blipFill>
          <a:ln>
            <a:noFill/>
          </a:ln>
        </p:spPr>
      </p:sp>
      <p:sp>
        <p:nvSpPr>
          <p:cNvPr id="394" name="Google Shape;394;p9"/>
          <p:cNvSpPr/>
          <p:nvPr/>
        </p:nvSpPr>
        <p:spPr>
          <a:xfrm>
            <a:off x="16114643" y="7482047"/>
            <a:ext cx="175845" cy="262455"/>
          </a:xfrm>
          <a:custGeom>
            <a:rect b="b" l="l" r="r" t="t"/>
            <a:pathLst>
              <a:path extrusionOk="0" h="262455" w="175845">
                <a:moveTo>
                  <a:pt x="0" y="0"/>
                </a:moveTo>
                <a:lnTo>
                  <a:pt x="175845" y="0"/>
                </a:lnTo>
                <a:lnTo>
                  <a:pt x="175845" y="262455"/>
                </a:lnTo>
                <a:lnTo>
                  <a:pt x="0" y="262455"/>
                </a:lnTo>
                <a:lnTo>
                  <a:pt x="0" y="0"/>
                </a:lnTo>
                <a:close/>
              </a:path>
            </a:pathLst>
          </a:custGeom>
          <a:blipFill rotWithShape="1">
            <a:blip r:embed="rId23">
              <a:alphaModFix/>
            </a:blip>
            <a:stretch>
              <a:fillRect b="0" l="0" r="0" t="0"/>
            </a:stretch>
          </a:blipFill>
          <a:ln>
            <a:noFill/>
          </a:ln>
        </p:spPr>
      </p:sp>
      <p:sp>
        <p:nvSpPr>
          <p:cNvPr id="395" name="Google Shape;395;p9"/>
          <p:cNvSpPr/>
          <p:nvPr/>
        </p:nvSpPr>
        <p:spPr>
          <a:xfrm>
            <a:off x="15686305" y="7476880"/>
            <a:ext cx="175845" cy="262455"/>
          </a:xfrm>
          <a:custGeom>
            <a:rect b="b" l="l" r="r" t="t"/>
            <a:pathLst>
              <a:path extrusionOk="0" h="262455" w="175845">
                <a:moveTo>
                  <a:pt x="0" y="0"/>
                </a:moveTo>
                <a:lnTo>
                  <a:pt x="175845" y="0"/>
                </a:lnTo>
                <a:lnTo>
                  <a:pt x="175845" y="262455"/>
                </a:lnTo>
                <a:lnTo>
                  <a:pt x="0" y="262455"/>
                </a:lnTo>
                <a:lnTo>
                  <a:pt x="0" y="0"/>
                </a:lnTo>
                <a:close/>
              </a:path>
            </a:pathLst>
          </a:custGeom>
          <a:blipFill rotWithShape="1">
            <a:blip r:embed="rId23">
              <a:alphaModFix/>
            </a:blip>
            <a:stretch>
              <a:fillRect b="0" l="0" r="0" t="0"/>
            </a:stretch>
          </a:blipFill>
          <a:ln>
            <a:noFill/>
          </a:ln>
        </p:spPr>
      </p:sp>
      <p:sp>
        <p:nvSpPr>
          <p:cNvPr id="396" name="Google Shape;396;p9"/>
          <p:cNvSpPr/>
          <p:nvPr/>
        </p:nvSpPr>
        <p:spPr>
          <a:xfrm>
            <a:off x="15268449" y="7479463"/>
            <a:ext cx="175845" cy="262455"/>
          </a:xfrm>
          <a:custGeom>
            <a:rect b="b" l="l" r="r" t="t"/>
            <a:pathLst>
              <a:path extrusionOk="0" h="262455" w="175845">
                <a:moveTo>
                  <a:pt x="0" y="0"/>
                </a:moveTo>
                <a:lnTo>
                  <a:pt x="175845" y="0"/>
                </a:lnTo>
                <a:lnTo>
                  <a:pt x="175845" y="262455"/>
                </a:lnTo>
                <a:lnTo>
                  <a:pt x="0" y="262455"/>
                </a:lnTo>
                <a:lnTo>
                  <a:pt x="0" y="0"/>
                </a:lnTo>
                <a:close/>
              </a:path>
            </a:pathLst>
          </a:custGeom>
          <a:blipFill rotWithShape="1">
            <a:blip r:embed="rId23">
              <a:alphaModFix/>
            </a:blip>
            <a:stretch>
              <a:fillRect b="0" l="0" r="0" t="0"/>
            </a:stretch>
          </a:blipFill>
          <a:ln>
            <a:noFill/>
          </a:ln>
        </p:spPr>
      </p:sp>
      <p:sp>
        <p:nvSpPr>
          <p:cNvPr id="397" name="Google Shape;397;p9"/>
          <p:cNvSpPr/>
          <p:nvPr/>
        </p:nvSpPr>
        <p:spPr>
          <a:xfrm>
            <a:off x="14731945" y="7447199"/>
            <a:ext cx="278372" cy="321818"/>
          </a:xfrm>
          <a:custGeom>
            <a:rect b="b" l="l" r="r" t="t"/>
            <a:pathLst>
              <a:path extrusionOk="0" h="321818" w="278372">
                <a:moveTo>
                  <a:pt x="0" y="0"/>
                </a:moveTo>
                <a:lnTo>
                  <a:pt x="278372" y="0"/>
                </a:lnTo>
                <a:lnTo>
                  <a:pt x="278372" y="321817"/>
                </a:lnTo>
                <a:lnTo>
                  <a:pt x="0" y="321817"/>
                </a:lnTo>
                <a:lnTo>
                  <a:pt x="0" y="0"/>
                </a:lnTo>
                <a:close/>
              </a:path>
            </a:pathLst>
          </a:custGeom>
          <a:blipFill rotWithShape="1">
            <a:blip r:embed="rId15">
              <a:alphaModFix/>
            </a:blip>
            <a:stretch>
              <a:fillRect b="0" l="0" r="0" t="0"/>
            </a:stretch>
          </a:blipFill>
          <a:ln>
            <a:noFill/>
          </a:ln>
        </p:spPr>
      </p:sp>
      <p:grpSp>
        <p:nvGrpSpPr>
          <p:cNvPr id="398" name="Google Shape;398;p9"/>
          <p:cNvGrpSpPr/>
          <p:nvPr/>
        </p:nvGrpSpPr>
        <p:grpSpPr>
          <a:xfrm>
            <a:off x="9894019" y="2622643"/>
            <a:ext cx="714375" cy="714375"/>
            <a:chOff x="0" y="0"/>
            <a:chExt cx="1167271" cy="1167271"/>
          </a:xfrm>
        </p:grpSpPr>
        <p:sp>
          <p:nvSpPr>
            <p:cNvPr id="399" name="Google Shape;399;p9"/>
            <p:cNvSpPr/>
            <p:nvPr/>
          </p:nvSpPr>
          <p:spPr>
            <a:xfrm>
              <a:off x="0" y="0"/>
              <a:ext cx="1167271" cy="1167271"/>
            </a:xfrm>
            <a:custGeom>
              <a:rect b="b" l="l" r="r" t="t"/>
              <a:pathLst>
                <a:path extrusionOk="0" h="1167271" w="1167271">
                  <a:moveTo>
                    <a:pt x="583636" y="0"/>
                  </a:moveTo>
                  <a:cubicBezTo>
                    <a:pt x="261303" y="0"/>
                    <a:pt x="0" y="261303"/>
                    <a:pt x="0" y="583636"/>
                  </a:cubicBezTo>
                  <a:cubicBezTo>
                    <a:pt x="0" y="905969"/>
                    <a:pt x="261303" y="1167271"/>
                    <a:pt x="583636" y="1167271"/>
                  </a:cubicBezTo>
                  <a:cubicBezTo>
                    <a:pt x="905969" y="1167271"/>
                    <a:pt x="1167271" y="905969"/>
                    <a:pt x="1167271" y="583636"/>
                  </a:cubicBezTo>
                  <a:cubicBezTo>
                    <a:pt x="1167271" y="261303"/>
                    <a:pt x="905969" y="0"/>
                    <a:pt x="583636" y="0"/>
                  </a:cubicBezTo>
                  <a:close/>
                </a:path>
              </a:pathLst>
            </a:custGeom>
            <a:noFill/>
            <a:ln cap="sq" cmpd="sng" w="9525">
              <a:solidFill>
                <a:srgbClr val="6E4327"/>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txBox="1"/>
            <p:nvPr/>
          </p:nvSpPr>
          <p:spPr>
            <a:xfrm>
              <a:off x="109432" y="71332"/>
              <a:ext cx="948408" cy="986508"/>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1" name="Google Shape;401;p9"/>
          <p:cNvSpPr/>
          <p:nvPr/>
        </p:nvSpPr>
        <p:spPr>
          <a:xfrm>
            <a:off x="9949219" y="2692151"/>
            <a:ext cx="497685" cy="575358"/>
          </a:xfrm>
          <a:custGeom>
            <a:rect b="b" l="l" r="r" t="t"/>
            <a:pathLst>
              <a:path extrusionOk="0" h="575358" w="497685">
                <a:moveTo>
                  <a:pt x="0" y="0"/>
                </a:moveTo>
                <a:lnTo>
                  <a:pt x="497685" y="0"/>
                </a:lnTo>
                <a:lnTo>
                  <a:pt x="497685" y="575358"/>
                </a:lnTo>
                <a:lnTo>
                  <a:pt x="0" y="575358"/>
                </a:lnTo>
                <a:lnTo>
                  <a:pt x="0" y="0"/>
                </a:lnTo>
                <a:close/>
              </a:path>
            </a:pathLst>
          </a:custGeom>
          <a:blipFill rotWithShape="1">
            <a:blip r:embed="rId15">
              <a:alphaModFix/>
            </a:blip>
            <a:stretch>
              <a:fillRect b="0" l="0" r="0" t="0"/>
            </a:stretch>
          </a:blipFill>
          <a:ln>
            <a:noFill/>
          </a:ln>
        </p:spPr>
      </p:sp>
      <p:grpSp>
        <p:nvGrpSpPr>
          <p:cNvPr id="402" name="Google Shape;402;p9"/>
          <p:cNvGrpSpPr/>
          <p:nvPr/>
        </p:nvGrpSpPr>
        <p:grpSpPr>
          <a:xfrm>
            <a:off x="15711070" y="2661258"/>
            <a:ext cx="714375" cy="714375"/>
            <a:chOff x="0" y="0"/>
            <a:chExt cx="1167271" cy="1167271"/>
          </a:xfrm>
        </p:grpSpPr>
        <p:sp>
          <p:nvSpPr>
            <p:cNvPr id="403" name="Google Shape;403;p9"/>
            <p:cNvSpPr/>
            <p:nvPr/>
          </p:nvSpPr>
          <p:spPr>
            <a:xfrm>
              <a:off x="0" y="0"/>
              <a:ext cx="1167271" cy="1167271"/>
            </a:xfrm>
            <a:custGeom>
              <a:rect b="b" l="l" r="r" t="t"/>
              <a:pathLst>
                <a:path extrusionOk="0" h="1167271" w="1167271">
                  <a:moveTo>
                    <a:pt x="583636" y="0"/>
                  </a:moveTo>
                  <a:cubicBezTo>
                    <a:pt x="261303" y="0"/>
                    <a:pt x="0" y="261303"/>
                    <a:pt x="0" y="583636"/>
                  </a:cubicBezTo>
                  <a:cubicBezTo>
                    <a:pt x="0" y="905969"/>
                    <a:pt x="261303" y="1167271"/>
                    <a:pt x="583636" y="1167271"/>
                  </a:cubicBezTo>
                  <a:cubicBezTo>
                    <a:pt x="905969" y="1167271"/>
                    <a:pt x="1167271" y="905969"/>
                    <a:pt x="1167271" y="583636"/>
                  </a:cubicBezTo>
                  <a:cubicBezTo>
                    <a:pt x="1167271" y="261303"/>
                    <a:pt x="905969" y="0"/>
                    <a:pt x="583636" y="0"/>
                  </a:cubicBezTo>
                  <a:close/>
                </a:path>
              </a:pathLst>
            </a:custGeom>
            <a:noFill/>
            <a:ln cap="sq" cmpd="sng" w="9525">
              <a:solidFill>
                <a:srgbClr val="6E4327"/>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txBox="1"/>
            <p:nvPr/>
          </p:nvSpPr>
          <p:spPr>
            <a:xfrm>
              <a:off x="109432" y="71332"/>
              <a:ext cx="948408" cy="986508"/>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5" name="Google Shape;405;p9"/>
          <p:cNvSpPr/>
          <p:nvPr/>
        </p:nvSpPr>
        <p:spPr>
          <a:xfrm>
            <a:off x="15766270" y="2730767"/>
            <a:ext cx="497685" cy="575358"/>
          </a:xfrm>
          <a:custGeom>
            <a:rect b="b" l="l" r="r" t="t"/>
            <a:pathLst>
              <a:path extrusionOk="0" h="575358" w="497685">
                <a:moveTo>
                  <a:pt x="0" y="0"/>
                </a:moveTo>
                <a:lnTo>
                  <a:pt x="497685" y="0"/>
                </a:lnTo>
                <a:lnTo>
                  <a:pt x="497685" y="575358"/>
                </a:lnTo>
                <a:lnTo>
                  <a:pt x="0" y="575358"/>
                </a:lnTo>
                <a:lnTo>
                  <a:pt x="0" y="0"/>
                </a:lnTo>
                <a:close/>
              </a:path>
            </a:pathLst>
          </a:custGeom>
          <a:blipFill rotWithShape="1">
            <a:blip r:embed="rId15">
              <a:alphaModFix/>
            </a:blip>
            <a:stretch>
              <a:fillRect b="0" l="0" r="0" t="0"/>
            </a:stretch>
          </a:blipFill>
          <a:ln>
            <a:noFill/>
          </a:ln>
        </p:spPr>
      </p:sp>
      <p:grpSp>
        <p:nvGrpSpPr>
          <p:cNvPr id="406" name="Google Shape;406;p9"/>
          <p:cNvGrpSpPr/>
          <p:nvPr/>
        </p:nvGrpSpPr>
        <p:grpSpPr>
          <a:xfrm>
            <a:off x="16202566" y="3085495"/>
            <a:ext cx="333507" cy="333507"/>
            <a:chOff x="0" y="0"/>
            <a:chExt cx="812800" cy="812800"/>
          </a:xfrm>
        </p:grpSpPr>
        <p:sp>
          <p:nvSpPr>
            <p:cNvPr id="407" name="Google Shape;407;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43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9" name="Google Shape;409;p9"/>
          <p:cNvSpPr/>
          <p:nvPr/>
        </p:nvSpPr>
        <p:spPr>
          <a:xfrm>
            <a:off x="16250835" y="3162200"/>
            <a:ext cx="236969" cy="180096"/>
          </a:xfrm>
          <a:custGeom>
            <a:rect b="b" l="l" r="r" t="t"/>
            <a:pathLst>
              <a:path extrusionOk="0" h="180096" w="236969">
                <a:moveTo>
                  <a:pt x="0" y="0"/>
                </a:moveTo>
                <a:lnTo>
                  <a:pt x="236969" y="0"/>
                </a:lnTo>
                <a:lnTo>
                  <a:pt x="236969" y="180097"/>
                </a:lnTo>
                <a:lnTo>
                  <a:pt x="0" y="180097"/>
                </a:lnTo>
                <a:lnTo>
                  <a:pt x="0" y="0"/>
                </a:lnTo>
                <a:close/>
              </a:path>
            </a:pathLst>
          </a:custGeom>
          <a:blipFill rotWithShape="1">
            <a:blip r:embed="rId17">
              <a:alphaModFix/>
            </a:blip>
            <a:stretch>
              <a:fillRect b="0" l="0" r="0" t="0"/>
            </a:stretch>
          </a:blipFill>
          <a:ln>
            <a:noFill/>
          </a:ln>
        </p:spPr>
      </p:sp>
      <p:sp>
        <p:nvSpPr>
          <p:cNvPr id="410" name="Google Shape;410;p9"/>
          <p:cNvSpPr/>
          <p:nvPr/>
        </p:nvSpPr>
        <p:spPr>
          <a:xfrm>
            <a:off x="9815923" y="5113894"/>
            <a:ext cx="288519" cy="333548"/>
          </a:xfrm>
          <a:custGeom>
            <a:rect b="b" l="l" r="r" t="t"/>
            <a:pathLst>
              <a:path extrusionOk="0" h="333548" w="288519">
                <a:moveTo>
                  <a:pt x="0" y="0"/>
                </a:moveTo>
                <a:lnTo>
                  <a:pt x="288519" y="0"/>
                </a:lnTo>
                <a:lnTo>
                  <a:pt x="288519" y="333548"/>
                </a:lnTo>
                <a:lnTo>
                  <a:pt x="0" y="333548"/>
                </a:lnTo>
                <a:lnTo>
                  <a:pt x="0" y="0"/>
                </a:lnTo>
                <a:close/>
              </a:path>
            </a:pathLst>
          </a:custGeom>
          <a:blipFill rotWithShape="1">
            <a:blip r:embed="rId15">
              <a:alphaModFix/>
            </a:blip>
            <a:stretch>
              <a:fillRect b="0" l="0" r="0" t="0"/>
            </a:stretch>
          </a:blipFill>
          <a:ln>
            <a:noFill/>
          </a:ln>
        </p:spPr>
      </p:sp>
      <p:sp>
        <p:nvSpPr>
          <p:cNvPr id="411" name="Google Shape;411;p9"/>
          <p:cNvSpPr/>
          <p:nvPr/>
        </p:nvSpPr>
        <p:spPr>
          <a:xfrm>
            <a:off x="9794234" y="5730713"/>
            <a:ext cx="439754" cy="255057"/>
          </a:xfrm>
          <a:custGeom>
            <a:rect b="b" l="l" r="r" t="t"/>
            <a:pathLst>
              <a:path extrusionOk="0" h="255057" w="439754">
                <a:moveTo>
                  <a:pt x="0" y="0"/>
                </a:moveTo>
                <a:lnTo>
                  <a:pt x="439754" y="0"/>
                </a:lnTo>
                <a:lnTo>
                  <a:pt x="439754" y="255058"/>
                </a:lnTo>
                <a:lnTo>
                  <a:pt x="0" y="255058"/>
                </a:lnTo>
                <a:lnTo>
                  <a:pt x="0" y="0"/>
                </a:lnTo>
                <a:close/>
              </a:path>
            </a:pathLst>
          </a:custGeom>
          <a:blipFill rotWithShape="1">
            <a:blip r:embed="rId13">
              <a:alphaModFix/>
            </a:blip>
            <a:stretch>
              <a:fillRect b="0" l="0" r="0" t="0"/>
            </a:stretch>
          </a:blipFill>
          <a:ln>
            <a:noFill/>
          </a:ln>
        </p:spPr>
      </p:sp>
      <p:sp>
        <p:nvSpPr>
          <p:cNvPr id="412" name="Google Shape;412;p9"/>
          <p:cNvSpPr/>
          <p:nvPr/>
        </p:nvSpPr>
        <p:spPr>
          <a:xfrm>
            <a:off x="9864369" y="6272481"/>
            <a:ext cx="316410" cy="370070"/>
          </a:xfrm>
          <a:custGeom>
            <a:rect b="b" l="l" r="r" t="t"/>
            <a:pathLst>
              <a:path extrusionOk="0" h="370070" w="316410">
                <a:moveTo>
                  <a:pt x="0" y="0"/>
                </a:moveTo>
                <a:lnTo>
                  <a:pt x="316410" y="0"/>
                </a:lnTo>
                <a:lnTo>
                  <a:pt x="316410" y="370070"/>
                </a:lnTo>
                <a:lnTo>
                  <a:pt x="0" y="370070"/>
                </a:lnTo>
                <a:lnTo>
                  <a:pt x="0" y="0"/>
                </a:lnTo>
                <a:close/>
              </a:path>
            </a:pathLst>
          </a:custGeom>
          <a:blipFill rotWithShape="1">
            <a:blip r:embed="rId14">
              <a:alphaModFix/>
            </a:blip>
            <a:stretch>
              <a:fillRect b="0" l="0" r="0" t="0"/>
            </a:stretch>
          </a:blipFill>
          <a:ln>
            <a:noFill/>
          </a:ln>
        </p:spPr>
      </p:sp>
      <p:grpSp>
        <p:nvGrpSpPr>
          <p:cNvPr id="413" name="Google Shape;413;p9"/>
          <p:cNvGrpSpPr/>
          <p:nvPr/>
        </p:nvGrpSpPr>
        <p:grpSpPr>
          <a:xfrm>
            <a:off x="715560" y="7296882"/>
            <a:ext cx="2938523" cy="697353"/>
            <a:chOff x="0" y="-38100"/>
            <a:chExt cx="604634" cy="143489"/>
          </a:xfrm>
        </p:grpSpPr>
        <p:sp>
          <p:nvSpPr>
            <p:cNvPr id="414" name="Google Shape;414;p9"/>
            <p:cNvSpPr/>
            <p:nvPr/>
          </p:nvSpPr>
          <p:spPr>
            <a:xfrm>
              <a:off x="0" y="0"/>
              <a:ext cx="604634" cy="105389"/>
            </a:xfrm>
            <a:custGeom>
              <a:rect b="b" l="l" r="r" t="t"/>
              <a:pathLst>
                <a:path extrusionOk="0" h="105389" w="604634">
                  <a:moveTo>
                    <a:pt x="51458" y="0"/>
                  </a:moveTo>
                  <a:lnTo>
                    <a:pt x="553177" y="0"/>
                  </a:lnTo>
                  <a:cubicBezTo>
                    <a:pt x="581596" y="0"/>
                    <a:pt x="604634" y="23038"/>
                    <a:pt x="604634" y="51458"/>
                  </a:cubicBezTo>
                  <a:lnTo>
                    <a:pt x="604634" y="53931"/>
                  </a:lnTo>
                  <a:cubicBezTo>
                    <a:pt x="604634" y="82350"/>
                    <a:pt x="581596" y="105389"/>
                    <a:pt x="553177" y="105389"/>
                  </a:cubicBezTo>
                  <a:lnTo>
                    <a:pt x="51458" y="105389"/>
                  </a:lnTo>
                  <a:cubicBezTo>
                    <a:pt x="23038" y="105389"/>
                    <a:pt x="0" y="82350"/>
                    <a:pt x="0" y="53931"/>
                  </a:cubicBezTo>
                  <a:lnTo>
                    <a:pt x="0" y="51458"/>
                  </a:lnTo>
                  <a:cubicBezTo>
                    <a:pt x="0" y="23038"/>
                    <a:pt x="23038" y="0"/>
                    <a:pt x="51458" y="0"/>
                  </a:cubicBezTo>
                  <a:close/>
                </a:path>
              </a:pathLst>
            </a:custGeom>
            <a:solidFill>
              <a:srgbClr val="B69E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txBox="1"/>
            <p:nvPr/>
          </p:nvSpPr>
          <p:spPr>
            <a:xfrm>
              <a:off x="0" y="-38100"/>
              <a:ext cx="604634" cy="143489"/>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100" u="none" cap="none" strike="noStrike">
                  <a:solidFill>
                    <a:srgbClr val="FFFFFF"/>
                  </a:solidFill>
                  <a:latin typeface="Open Sans"/>
                  <a:ea typeface="Open Sans"/>
                  <a:cs typeface="Open Sans"/>
                  <a:sym typeface="Open Sans"/>
                </a:rPr>
                <a:t>Compartir?</a:t>
              </a:r>
              <a:endParaRPr/>
            </a:p>
          </p:txBody>
        </p:sp>
      </p:grpSp>
      <p:sp>
        <p:nvSpPr>
          <p:cNvPr id="416" name="Google Shape;416;p9"/>
          <p:cNvSpPr/>
          <p:nvPr/>
        </p:nvSpPr>
        <p:spPr>
          <a:xfrm>
            <a:off x="3171402" y="7589012"/>
            <a:ext cx="382381" cy="298258"/>
          </a:xfrm>
          <a:custGeom>
            <a:rect b="b" l="l" r="r" t="t"/>
            <a:pathLst>
              <a:path extrusionOk="0" h="298258" w="382381">
                <a:moveTo>
                  <a:pt x="0" y="0"/>
                </a:moveTo>
                <a:lnTo>
                  <a:pt x="382382" y="0"/>
                </a:lnTo>
                <a:lnTo>
                  <a:pt x="382382" y="298258"/>
                </a:lnTo>
                <a:lnTo>
                  <a:pt x="0" y="298258"/>
                </a:lnTo>
                <a:lnTo>
                  <a:pt x="0" y="0"/>
                </a:lnTo>
                <a:close/>
              </a:path>
            </a:pathLst>
          </a:custGeom>
          <a:blipFill rotWithShape="1">
            <a:blip r:embed="rId24">
              <a:alphaModFix/>
            </a:blip>
            <a:stretch>
              <a:fillRect b="0" l="0" r="0" t="0"/>
            </a:stretch>
          </a:blipFill>
          <a:ln>
            <a:noFill/>
          </a:ln>
        </p:spPr>
      </p:sp>
      <p:sp>
        <p:nvSpPr>
          <p:cNvPr id="417" name="Google Shape;417;p9"/>
          <p:cNvSpPr/>
          <p:nvPr/>
        </p:nvSpPr>
        <p:spPr>
          <a:xfrm>
            <a:off x="2430355" y="8622474"/>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5">
              <a:alphaModFix/>
            </a:blip>
            <a:stretch>
              <a:fillRect b="0" l="0" r="0" t="0"/>
            </a:stretch>
          </a:blipFill>
          <a:ln>
            <a:noFill/>
          </a:ln>
        </p:spPr>
      </p:sp>
      <p:sp>
        <p:nvSpPr>
          <p:cNvPr id="418" name="Google Shape;418;p9"/>
          <p:cNvSpPr txBox="1"/>
          <p:nvPr/>
        </p:nvSpPr>
        <p:spPr>
          <a:xfrm>
            <a:off x="6834825" y="8789150"/>
            <a:ext cx="1628700" cy="261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700" u="none" cap="none" strike="noStrike">
                <a:solidFill>
                  <a:srgbClr val="000000"/>
                </a:solidFill>
                <a:latin typeface="Open Sans"/>
                <a:ea typeface="Open Sans"/>
                <a:cs typeface="Open Sans"/>
                <a:sym typeface="Open Sans"/>
              </a:rPr>
              <a:t>Configuración</a:t>
            </a:r>
            <a:endParaRPr/>
          </a:p>
        </p:txBody>
      </p:sp>
      <p:sp>
        <p:nvSpPr>
          <p:cNvPr id="419" name="Google Shape;419;p9"/>
          <p:cNvSpPr txBox="1"/>
          <p:nvPr/>
        </p:nvSpPr>
        <p:spPr>
          <a:xfrm>
            <a:off x="10422958" y="8746556"/>
            <a:ext cx="785812" cy="35627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Home</a:t>
            </a:r>
            <a:endParaRPr/>
          </a:p>
        </p:txBody>
      </p:sp>
      <p:sp>
        <p:nvSpPr>
          <p:cNvPr id="420" name="Google Shape;420;p9"/>
          <p:cNvSpPr txBox="1"/>
          <p:nvPr/>
        </p:nvSpPr>
        <p:spPr>
          <a:xfrm>
            <a:off x="5804376" y="1624075"/>
            <a:ext cx="2015100" cy="323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Configuración</a:t>
            </a:r>
            <a:endParaRPr/>
          </a:p>
        </p:txBody>
      </p:sp>
      <p:sp>
        <p:nvSpPr>
          <p:cNvPr id="421" name="Google Shape;421;p9"/>
          <p:cNvSpPr txBox="1"/>
          <p:nvPr/>
        </p:nvSpPr>
        <p:spPr>
          <a:xfrm>
            <a:off x="5091346" y="2471519"/>
            <a:ext cx="2015203" cy="1645508"/>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Open Sans"/>
                <a:ea typeface="Open Sans"/>
                <a:cs typeface="Open Sans"/>
                <a:sym typeface="Open Sans"/>
              </a:rPr>
              <a:t>Frecuencia de notificaciones</a:t>
            </a:r>
            <a:endParaRPr/>
          </a:p>
          <a:p>
            <a:pPr indent="0" lvl="0" marL="0" marR="0" rtl="0" algn="l">
              <a:lnSpc>
                <a:spcPct val="140025"/>
              </a:lnSpc>
              <a:spcBef>
                <a:spcPts val="0"/>
              </a:spcBef>
              <a:spcAft>
                <a:spcPts val="0"/>
              </a:spcAft>
              <a:buNone/>
            </a:pPr>
            <a:r>
              <a:t/>
            </a:r>
            <a:endParaRPr b="0" i="0" sz="1599" u="none" cap="none" strike="noStrike">
              <a:solidFill>
                <a:srgbClr val="000000"/>
              </a:solidFill>
              <a:latin typeface="Open Sans"/>
              <a:ea typeface="Open Sans"/>
              <a:cs typeface="Open Sans"/>
              <a:sym typeface="Open Sans"/>
            </a:endParaRPr>
          </a:p>
          <a:p>
            <a:pPr indent="0" lvl="0" marL="0" marR="0" rtl="0" algn="l">
              <a:lnSpc>
                <a:spcPct val="140025"/>
              </a:lnSpc>
              <a:spcBef>
                <a:spcPts val="0"/>
              </a:spcBef>
              <a:spcAft>
                <a:spcPts val="0"/>
              </a:spcAft>
              <a:buNone/>
            </a:pPr>
            <a:r>
              <a:rPr b="0" i="0" lang="en-US" sz="1599" u="none" cap="none" strike="noStrike">
                <a:solidFill>
                  <a:srgbClr val="000000"/>
                </a:solidFill>
                <a:latin typeface="Open Sans"/>
                <a:ea typeface="Open Sans"/>
                <a:cs typeface="Open Sans"/>
                <a:sym typeface="Open Sans"/>
              </a:rPr>
              <a:t>Visibilidad</a:t>
            </a:r>
            <a:endParaRPr/>
          </a:p>
          <a:p>
            <a:pPr indent="0" lvl="0" marL="0" marR="0" rtl="0" algn="l">
              <a:lnSpc>
                <a:spcPct val="140025"/>
              </a:lnSpc>
              <a:spcBef>
                <a:spcPts val="0"/>
              </a:spcBef>
              <a:spcAft>
                <a:spcPts val="0"/>
              </a:spcAft>
              <a:buNone/>
            </a:pPr>
            <a:r>
              <a:t/>
            </a:r>
            <a:endParaRPr b="0" i="0" sz="1599" u="none" cap="none" strike="noStrike">
              <a:solidFill>
                <a:srgbClr val="000000"/>
              </a:solidFill>
              <a:latin typeface="Open Sans"/>
              <a:ea typeface="Open Sans"/>
              <a:cs typeface="Open Sans"/>
              <a:sym typeface="Open Sans"/>
            </a:endParaRPr>
          </a:p>
          <a:p>
            <a:pPr indent="0" lvl="0" marL="0" marR="0" rtl="0" algn="l">
              <a:lnSpc>
                <a:spcPct val="140025"/>
              </a:lnSpc>
              <a:spcBef>
                <a:spcPts val="0"/>
              </a:spcBef>
              <a:spcAft>
                <a:spcPts val="0"/>
              </a:spcAft>
              <a:buNone/>
            </a:pPr>
            <a:r>
              <a:rPr b="0" i="0" lang="en-US" sz="1599" u="none" cap="none" strike="noStrike">
                <a:solidFill>
                  <a:srgbClr val="000000"/>
                </a:solidFill>
                <a:latin typeface="Open Sans"/>
                <a:ea typeface="Open Sans"/>
                <a:cs typeface="Open Sans"/>
                <a:sym typeface="Open Sans"/>
              </a:rPr>
              <a:t>Modo concentración</a:t>
            </a:r>
            <a:endParaRPr/>
          </a:p>
        </p:txBody>
      </p:sp>
      <p:sp>
        <p:nvSpPr>
          <p:cNvPr id="422" name="Google Shape;422;p9"/>
          <p:cNvSpPr txBox="1"/>
          <p:nvPr/>
        </p:nvSpPr>
        <p:spPr>
          <a:xfrm>
            <a:off x="7018179" y="2626169"/>
            <a:ext cx="690562" cy="297255"/>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US" sz="1799" u="none" cap="none" strike="noStrike">
                <a:solidFill>
                  <a:srgbClr val="000000"/>
                </a:solidFill>
                <a:latin typeface="Open Sans"/>
                <a:ea typeface="Open Sans"/>
                <a:cs typeface="Open Sans"/>
                <a:sym typeface="Open Sans"/>
              </a:rPr>
              <a:t>Nunca</a:t>
            </a:r>
            <a:endParaRPr/>
          </a:p>
        </p:txBody>
      </p:sp>
      <p:sp>
        <p:nvSpPr>
          <p:cNvPr id="423" name="Google Shape;423;p9"/>
          <p:cNvSpPr txBox="1"/>
          <p:nvPr/>
        </p:nvSpPr>
        <p:spPr>
          <a:xfrm>
            <a:off x="11080726" y="1664100"/>
            <a:ext cx="785700" cy="323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Perfil</a:t>
            </a:r>
            <a:endParaRPr/>
          </a:p>
        </p:txBody>
      </p:sp>
      <p:sp>
        <p:nvSpPr>
          <p:cNvPr id="424" name="Google Shape;424;p9"/>
          <p:cNvSpPr txBox="1"/>
          <p:nvPr/>
        </p:nvSpPr>
        <p:spPr>
          <a:xfrm>
            <a:off x="9813491" y="6676317"/>
            <a:ext cx="3233148" cy="540459"/>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Open Sans"/>
                <a:ea typeface="Open Sans"/>
                <a:cs typeface="Open Sans"/>
                <a:sym typeface="Open Sans"/>
              </a:rPr>
              <a:t>Actividades registradas: 3</a:t>
            </a:r>
            <a:endParaRPr/>
          </a:p>
          <a:p>
            <a:pPr indent="0" lvl="0" marL="0" marR="0" rtl="0" algn="l">
              <a:lnSpc>
                <a:spcPct val="140025"/>
              </a:lnSpc>
              <a:spcBef>
                <a:spcPts val="0"/>
              </a:spcBef>
              <a:spcAft>
                <a:spcPts val="0"/>
              </a:spcAft>
              <a:buNone/>
            </a:pPr>
            <a:r>
              <a:rPr b="0" i="0" lang="en-US" sz="1599" u="none" cap="none" strike="noStrike">
                <a:solidFill>
                  <a:srgbClr val="000000"/>
                </a:solidFill>
                <a:latin typeface="Open Sans"/>
                <a:ea typeface="Open Sans"/>
                <a:cs typeface="Open Sans"/>
                <a:sym typeface="Open Sans"/>
              </a:rPr>
              <a:t>Racha: 5 semanas</a:t>
            </a:r>
            <a:endParaRPr/>
          </a:p>
        </p:txBody>
      </p:sp>
      <p:sp>
        <p:nvSpPr>
          <p:cNvPr id="425" name="Google Shape;425;p9"/>
          <p:cNvSpPr txBox="1"/>
          <p:nvPr/>
        </p:nvSpPr>
        <p:spPr>
          <a:xfrm>
            <a:off x="926947" y="5851407"/>
            <a:ext cx="2104837" cy="7359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400" u="none" cap="none" strike="noStrike">
                <a:solidFill>
                  <a:srgbClr val="000000"/>
                </a:solidFill>
                <a:latin typeface="Open Sans"/>
                <a:ea typeface="Open Sans"/>
                <a:cs typeface="Open Sans"/>
                <a:sym typeface="Open Sans"/>
              </a:rPr>
              <a:t>Tarea1</a:t>
            </a:r>
            <a:endParaRPr/>
          </a:p>
          <a:p>
            <a:pPr indent="0" lvl="0" marL="0" marR="0" rtl="0" algn="just">
              <a:lnSpc>
                <a:spcPct val="140000"/>
              </a:lnSpc>
              <a:spcBef>
                <a:spcPts val="0"/>
              </a:spcBef>
              <a:spcAft>
                <a:spcPts val="0"/>
              </a:spcAft>
              <a:buNone/>
            </a:pPr>
            <a:r>
              <a:rPr b="0" i="0" lang="en-US" sz="1400" u="none" cap="none" strike="noStrike">
                <a:solidFill>
                  <a:srgbClr val="000000"/>
                </a:solidFill>
                <a:latin typeface="Open Sans"/>
                <a:ea typeface="Open Sans"/>
                <a:cs typeface="Open Sans"/>
                <a:sym typeface="Open Sans"/>
              </a:rPr>
              <a:t>Tarea2</a:t>
            </a:r>
            <a:endParaRPr/>
          </a:p>
          <a:p>
            <a:pPr indent="0" lvl="0" marL="0" marR="0" rtl="0" algn="just">
              <a:lnSpc>
                <a:spcPct val="140000"/>
              </a:lnSpc>
              <a:spcBef>
                <a:spcPts val="0"/>
              </a:spcBef>
              <a:spcAft>
                <a:spcPts val="0"/>
              </a:spcAft>
              <a:buNone/>
            </a:pPr>
            <a:r>
              <a:rPr b="0" i="0" lang="en-US" sz="1400" u="none" cap="none" strike="noStrike">
                <a:solidFill>
                  <a:srgbClr val="000000"/>
                </a:solidFill>
                <a:latin typeface="Open Sans"/>
                <a:ea typeface="Open Sans"/>
                <a:cs typeface="Open Sans"/>
                <a:sym typeface="Open Sans"/>
              </a:rPr>
              <a:t>Tarea3</a:t>
            </a:r>
            <a:endParaRPr/>
          </a:p>
        </p:txBody>
      </p:sp>
      <p:sp>
        <p:nvSpPr>
          <p:cNvPr id="426" name="Google Shape;426;p9"/>
          <p:cNvSpPr txBox="1"/>
          <p:nvPr/>
        </p:nvSpPr>
        <p:spPr>
          <a:xfrm>
            <a:off x="1146923" y="8746556"/>
            <a:ext cx="785812" cy="35627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Home</a:t>
            </a:r>
            <a:endParaRPr/>
          </a:p>
        </p:txBody>
      </p:sp>
      <p:sp>
        <p:nvSpPr>
          <p:cNvPr id="427" name="Google Shape;427;p9"/>
          <p:cNvSpPr txBox="1"/>
          <p:nvPr/>
        </p:nvSpPr>
        <p:spPr>
          <a:xfrm>
            <a:off x="15038185" y="8742451"/>
            <a:ext cx="785812" cy="35627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Home</a:t>
            </a:r>
            <a:endParaRPr/>
          </a:p>
        </p:txBody>
      </p:sp>
      <p:sp>
        <p:nvSpPr>
          <p:cNvPr id="428" name="Google Shape;428;p9"/>
          <p:cNvSpPr txBox="1"/>
          <p:nvPr/>
        </p:nvSpPr>
        <p:spPr>
          <a:xfrm>
            <a:off x="15695951" y="1660000"/>
            <a:ext cx="855600" cy="323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Perfil</a:t>
            </a:r>
            <a:endParaRPr/>
          </a:p>
        </p:txBody>
      </p:sp>
      <p:sp>
        <p:nvSpPr>
          <p:cNvPr id="429" name="Google Shape;429;p9"/>
          <p:cNvSpPr txBox="1"/>
          <p:nvPr/>
        </p:nvSpPr>
        <p:spPr>
          <a:xfrm>
            <a:off x="14775252" y="4926962"/>
            <a:ext cx="2104837" cy="7359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400" u="none" cap="none" strike="noStrike">
                <a:solidFill>
                  <a:srgbClr val="000000"/>
                </a:solidFill>
                <a:latin typeface="Open Sans"/>
                <a:ea typeface="Open Sans"/>
                <a:cs typeface="Open Sans"/>
                <a:sym typeface="Open Sans"/>
              </a:rPr>
              <a:t>Actividad 1</a:t>
            </a:r>
            <a:endParaRPr/>
          </a:p>
          <a:p>
            <a:pPr indent="0" lvl="0" marL="0" marR="0" rtl="0" algn="just">
              <a:lnSpc>
                <a:spcPct val="140000"/>
              </a:lnSpc>
              <a:spcBef>
                <a:spcPts val="0"/>
              </a:spcBef>
              <a:spcAft>
                <a:spcPts val="0"/>
              </a:spcAft>
              <a:buNone/>
            </a:pPr>
            <a:r>
              <a:rPr b="0" i="0" lang="en-US" sz="1400" u="none" cap="none" strike="noStrike">
                <a:solidFill>
                  <a:srgbClr val="000000"/>
                </a:solidFill>
                <a:latin typeface="Open Sans"/>
                <a:ea typeface="Open Sans"/>
                <a:cs typeface="Open Sans"/>
                <a:sym typeface="Open Sans"/>
              </a:rPr>
              <a:t>Actividad 2</a:t>
            </a:r>
            <a:endParaRPr/>
          </a:p>
          <a:p>
            <a:pPr indent="0" lvl="0" marL="0" marR="0" rtl="0" algn="just">
              <a:lnSpc>
                <a:spcPct val="140000"/>
              </a:lnSpc>
              <a:spcBef>
                <a:spcPts val="0"/>
              </a:spcBef>
              <a:spcAft>
                <a:spcPts val="0"/>
              </a:spcAft>
              <a:buNone/>
            </a:pPr>
            <a:r>
              <a:rPr b="0" i="0" lang="en-US" sz="1400" u="none" cap="none" strike="noStrike">
                <a:solidFill>
                  <a:srgbClr val="000000"/>
                </a:solidFill>
                <a:latin typeface="Open Sans"/>
                <a:ea typeface="Open Sans"/>
                <a:cs typeface="Open Sans"/>
                <a:sym typeface="Open Sans"/>
              </a:rPr>
              <a:t>Actividad 3</a:t>
            </a:r>
            <a:endParaRPr/>
          </a:p>
        </p:txBody>
      </p:sp>
      <p:sp>
        <p:nvSpPr>
          <p:cNvPr id="430" name="Google Shape;430;p9"/>
          <p:cNvSpPr txBox="1"/>
          <p:nvPr/>
        </p:nvSpPr>
        <p:spPr>
          <a:xfrm>
            <a:off x="15229688" y="4195768"/>
            <a:ext cx="1762125" cy="4483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600" u="none" cap="none" strike="noStrike">
                <a:solidFill>
                  <a:srgbClr val="FFFFFF"/>
                </a:solidFill>
                <a:latin typeface="Open Sans"/>
                <a:ea typeface="Open Sans"/>
                <a:cs typeface="Open Sans"/>
                <a:sym typeface="Open Sans"/>
              </a:rPr>
              <a:t>Actividades</a:t>
            </a:r>
            <a:endParaRPr/>
          </a:p>
        </p:txBody>
      </p:sp>
      <p:sp>
        <p:nvSpPr>
          <p:cNvPr id="431" name="Google Shape;431;p9"/>
          <p:cNvSpPr txBox="1"/>
          <p:nvPr/>
        </p:nvSpPr>
        <p:spPr>
          <a:xfrm>
            <a:off x="16929075" y="4720150"/>
            <a:ext cx="459000" cy="132300"/>
          </a:xfrm>
          <a:prstGeom prst="rect">
            <a:avLst/>
          </a:prstGeom>
          <a:noFill/>
          <a:ln>
            <a:noFill/>
          </a:ln>
        </p:spPr>
        <p:txBody>
          <a:bodyPr anchorCtr="0" anchor="t" bIns="0" lIns="0" spcFirstLastPara="1" rIns="0" wrap="square" tIns="0">
            <a:spAutoFit/>
          </a:bodyPr>
          <a:lstStyle/>
          <a:p>
            <a:pPr indent="0" lvl="0" marL="0" marR="0" rtl="0" algn="ctr">
              <a:lnSpc>
                <a:spcPct val="140046"/>
              </a:lnSpc>
              <a:spcBef>
                <a:spcPts val="0"/>
              </a:spcBef>
              <a:spcAft>
                <a:spcPts val="0"/>
              </a:spcAft>
              <a:buNone/>
            </a:pPr>
            <a:r>
              <a:rPr b="0" i="0" lang="en-US" sz="859" u="none" cap="none" strike="noStrike">
                <a:solidFill>
                  <a:srgbClr val="FFFFFF"/>
                </a:solidFill>
                <a:latin typeface="Open Sans"/>
                <a:ea typeface="Open Sans"/>
                <a:cs typeface="Open Sans"/>
                <a:sym typeface="Open Sans"/>
              </a:rPr>
              <a:t>¿Visible?</a:t>
            </a:r>
            <a:endParaRPr/>
          </a:p>
        </p:txBody>
      </p:sp>
      <p:sp>
        <p:nvSpPr>
          <p:cNvPr id="432" name="Google Shape;432;p9"/>
          <p:cNvSpPr txBox="1"/>
          <p:nvPr/>
        </p:nvSpPr>
        <p:spPr>
          <a:xfrm>
            <a:off x="15306896" y="5887331"/>
            <a:ext cx="1628775" cy="4483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600" u="none" cap="none" strike="noStrike">
                <a:solidFill>
                  <a:srgbClr val="FFFFFF"/>
                </a:solidFill>
                <a:latin typeface="Open Sans"/>
                <a:ea typeface="Open Sans"/>
                <a:cs typeface="Open Sans"/>
                <a:sym typeface="Open Sans"/>
              </a:rPr>
              <a:t>Emblemas</a:t>
            </a:r>
            <a:endParaRPr/>
          </a:p>
        </p:txBody>
      </p:sp>
      <p:sp>
        <p:nvSpPr>
          <p:cNvPr id="433" name="Google Shape;433;p9"/>
          <p:cNvSpPr txBox="1"/>
          <p:nvPr/>
        </p:nvSpPr>
        <p:spPr>
          <a:xfrm>
            <a:off x="15043371" y="6302083"/>
            <a:ext cx="2007280" cy="26416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1599" u="none" cap="none" strike="noStrike">
                <a:solidFill>
                  <a:srgbClr val="FFFFFF"/>
                </a:solidFill>
                <a:latin typeface="Open Sans"/>
                <a:ea typeface="Open Sans"/>
                <a:cs typeface="Open Sans"/>
                <a:sym typeface="Open Sans"/>
              </a:rPr>
              <a:t>Visibles</a:t>
            </a:r>
            <a:endParaRPr/>
          </a:p>
        </p:txBody>
      </p:sp>
      <p:sp>
        <p:nvSpPr>
          <p:cNvPr id="434" name="Google Shape;434;p9"/>
          <p:cNvSpPr txBox="1"/>
          <p:nvPr/>
        </p:nvSpPr>
        <p:spPr>
          <a:xfrm>
            <a:off x="15053625" y="7081382"/>
            <a:ext cx="2007280" cy="26416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1599" u="none" cap="none" strike="noStrike">
                <a:solidFill>
                  <a:srgbClr val="FFFFFF"/>
                </a:solidFill>
                <a:latin typeface="Open Sans"/>
                <a:ea typeface="Open Sans"/>
                <a:cs typeface="Open Sans"/>
                <a:sym typeface="Open Sans"/>
              </a:rPr>
              <a:t>Disponibles</a:t>
            </a:r>
            <a:endParaRPr/>
          </a:p>
        </p:txBody>
      </p:sp>
      <p:sp>
        <p:nvSpPr>
          <p:cNvPr id="435" name="Google Shape;435;p9"/>
          <p:cNvSpPr/>
          <p:nvPr/>
        </p:nvSpPr>
        <p:spPr>
          <a:xfrm>
            <a:off x="5724676" y="8639142"/>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5">
              <a:alphaModFix/>
            </a:blip>
            <a:stretch>
              <a:fillRect b="0" l="0" r="0" t="0"/>
            </a:stretch>
          </a:blipFill>
          <a:ln>
            <a:noFill/>
          </a:ln>
        </p:spPr>
      </p:sp>
      <p:sp>
        <p:nvSpPr>
          <p:cNvPr id="436" name="Google Shape;436;p9"/>
          <p:cNvSpPr/>
          <p:nvPr/>
        </p:nvSpPr>
        <p:spPr>
          <a:xfrm>
            <a:off x="11815879" y="8622474"/>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5">
              <a:alphaModFix/>
            </a:blip>
            <a:stretch>
              <a:fillRect b="0" l="0" r="0" t="0"/>
            </a:stretch>
          </a:blipFill>
          <a:ln>
            <a:noFill/>
          </a:ln>
        </p:spPr>
      </p:sp>
      <p:sp>
        <p:nvSpPr>
          <p:cNvPr id="437" name="Google Shape;437;p9"/>
          <p:cNvSpPr/>
          <p:nvPr/>
        </p:nvSpPr>
        <p:spPr>
          <a:xfrm>
            <a:off x="16459961" y="8626578"/>
            <a:ext cx="476250" cy="476250"/>
          </a:xfrm>
          <a:custGeom>
            <a:rect b="b" l="l" r="r" t="t"/>
            <a:pathLst>
              <a:path extrusionOk="0" h="476250" w="476250">
                <a:moveTo>
                  <a:pt x="0" y="0"/>
                </a:moveTo>
                <a:lnTo>
                  <a:pt x="476250" y="0"/>
                </a:lnTo>
                <a:lnTo>
                  <a:pt x="476250" y="476250"/>
                </a:lnTo>
                <a:lnTo>
                  <a:pt x="0" y="476250"/>
                </a:lnTo>
                <a:lnTo>
                  <a:pt x="0" y="0"/>
                </a:lnTo>
                <a:close/>
              </a:path>
            </a:pathLst>
          </a:custGeom>
          <a:blipFill rotWithShape="1">
            <a:blip r:embed="rId25">
              <a:alphaModFix/>
            </a:blip>
            <a:stretch>
              <a:fillRect b="0" l="0" r="0" t="0"/>
            </a:stretch>
          </a:blipFill>
          <a:ln>
            <a:noFill/>
          </a:ln>
        </p:spPr>
      </p:sp>
      <p:sp>
        <p:nvSpPr>
          <p:cNvPr id="438" name="Google Shape;438;p9"/>
          <p:cNvSpPr/>
          <p:nvPr/>
        </p:nvSpPr>
        <p:spPr>
          <a:xfrm>
            <a:off x="9850996" y="1623158"/>
            <a:ext cx="238125" cy="238125"/>
          </a:xfrm>
          <a:custGeom>
            <a:rect b="b" l="l" r="r" t="t"/>
            <a:pathLst>
              <a:path extrusionOk="0" h="238125" w="238125">
                <a:moveTo>
                  <a:pt x="0" y="0"/>
                </a:moveTo>
                <a:lnTo>
                  <a:pt x="238125" y="0"/>
                </a:lnTo>
                <a:lnTo>
                  <a:pt x="238125" y="238125"/>
                </a:lnTo>
                <a:lnTo>
                  <a:pt x="0" y="238125"/>
                </a:lnTo>
                <a:lnTo>
                  <a:pt x="0" y="0"/>
                </a:lnTo>
                <a:close/>
              </a:path>
            </a:pathLst>
          </a:custGeom>
          <a:blipFill rotWithShape="1">
            <a:blip r:embed="rId25">
              <a:alphaModFix/>
            </a:blip>
            <a:stretch>
              <a:fillRect b="0" l="0" r="0" t="0"/>
            </a:stretch>
          </a:blipFill>
          <a:ln>
            <a:noFill/>
          </a:ln>
        </p:spPr>
      </p:sp>
      <p:sp>
        <p:nvSpPr>
          <p:cNvPr id="439" name="Google Shape;439;p9"/>
          <p:cNvSpPr/>
          <p:nvPr/>
        </p:nvSpPr>
        <p:spPr>
          <a:xfrm>
            <a:off x="14437392" y="1662173"/>
            <a:ext cx="238125" cy="238125"/>
          </a:xfrm>
          <a:custGeom>
            <a:rect b="b" l="l" r="r" t="t"/>
            <a:pathLst>
              <a:path extrusionOk="0" h="238125" w="238125">
                <a:moveTo>
                  <a:pt x="0" y="0"/>
                </a:moveTo>
                <a:lnTo>
                  <a:pt x="238125" y="0"/>
                </a:lnTo>
                <a:lnTo>
                  <a:pt x="238125" y="238125"/>
                </a:lnTo>
                <a:lnTo>
                  <a:pt x="0" y="238125"/>
                </a:lnTo>
                <a:lnTo>
                  <a:pt x="0" y="0"/>
                </a:lnTo>
                <a:close/>
              </a:path>
            </a:pathLst>
          </a:custGeom>
          <a:blipFill rotWithShape="1">
            <a:blip r:embed="rId2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443" name="Shape 443"/>
        <p:cNvGrpSpPr/>
        <p:nvPr/>
      </p:nvGrpSpPr>
      <p:grpSpPr>
        <a:xfrm>
          <a:off x="0" y="0"/>
          <a:ext cx="0" cy="0"/>
          <a:chOff x="0" y="0"/>
          <a:chExt cx="0" cy="0"/>
        </a:xfrm>
      </p:grpSpPr>
      <p:sp>
        <p:nvSpPr>
          <p:cNvPr id="444" name="Google Shape;444;p10"/>
          <p:cNvSpPr/>
          <p:nvPr/>
        </p:nvSpPr>
        <p:spPr>
          <a:xfrm>
            <a:off x="80250" y="834525"/>
            <a:ext cx="4332300" cy="8778600"/>
          </a:xfrm>
          <a:prstGeom prst="roundRect">
            <a:avLst>
              <a:gd fmla="val 16667" name="adj"/>
            </a:avLst>
          </a:prstGeom>
          <a:solidFill>
            <a:srgbClr val="DBCB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5" name="Google Shape;445;p10"/>
          <p:cNvSpPr/>
          <p:nvPr/>
        </p:nvSpPr>
        <p:spPr>
          <a:xfrm>
            <a:off x="9019" y="673767"/>
            <a:ext cx="4469733" cy="8939466"/>
          </a:xfrm>
          <a:custGeom>
            <a:rect b="b" l="l" r="r" t="t"/>
            <a:pathLst>
              <a:path extrusionOk="0" h="8939466" w="4469733">
                <a:moveTo>
                  <a:pt x="0" y="0"/>
                </a:moveTo>
                <a:lnTo>
                  <a:pt x="4469733" y="0"/>
                </a:lnTo>
                <a:lnTo>
                  <a:pt x="4469733" y="8939466"/>
                </a:lnTo>
                <a:lnTo>
                  <a:pt x="0" y="8939466"/>
                </a:lnTo>
                <a:lnTo>
                  <a:pt x="0" y="0"/>
                </a:lnTo>
                <a:close/>
              </a:path>
            </a:pathLst>
          </a:custGeom>
          <a:blipFill rotWithShape="1">
            <a:blip r:embed="rId3">
              <a:alphaModFix/>
            </a:blip>
            <a:stretch>
              <a:fillRect b="0" l="0" r="0" t="0"/>
            </a:stretch>
          </a:blipFill>
          <a:ln>
            <a:noFill/>
          </a:ln>
        </p:spPr>
      </p:sp>
      <p:sp>
        <p:nvSpPr>
          <p:cNvPr id="446" name="Google Shape;446;p10"/>
          <p:cNvSpPr/>
          <p:nvPr/>
        </p:nvSpPr>
        <p:spPr>
          <a:xfrm>
            <a:off x="740809" y="6889148"/>
            <a:ext cx="479019" cy="479019"/>
          </a:xfrm>
          <a:custGeom>
            <a:rect b="b" l="l" r="r" t="t"/>
            <a:pathLst>
              <a:path extrusionOk="0" h="479019" w="479019">
                <a:moveTo>
                  <a:pt x="0" y="0"/>
                </a:moveTo>
                <a:lnTo>
                  <a:pt x="479020" y="0"/>
                </a:lnTo>
                <a:lnTo>
                  <a:pt x="479020" y="479020"/>
                </a:lnTo>
                <a:lnTo>
                  <a:pt x="0" y="479020"/>
                </a:lnTo>
                <a:lnTo>
                  <a:pt x="0" y="0"/>
                </a:lnTo>
                <a:close/>
              </a:path>
            </a:pathLst>
          </a:custGeom>
          <a:blipFill rotWithShape="1">
            <a:blip r:embed="rId4">
              <a:alphaModFix/>
            </a:blip>
            <a:stretch>
              <a:fillRect b="0" l="0" r="0" t="0"/>
            </a:stretch>
          </a:blipFill>
          <a:ln>
            <a:noFill/>
          </a:ln>
        </p:spPr>
      </p:sp>
      <p:sp>
        <p:nvSpPr>
          <p:cNvPr id="447" name="Google Shape;447;p10"/>
          <p:cNvSpPr/>
          <p:nvPr/>
        </p:nvSpPr>
        <p:spPr>
          <a:xfrm>
            <a:off x="1600971" y="6889148"/>
            <a:ext cx="387668" cy="476250"/>
          </a:xfrm>
          <a:custGeom>
            <a:rect b="b" l="l" r="r" t="t"/>
            <a:pathLst>
              <a:path extrusionOk="0" h="476250" w="387668">
                <a:moveTo>
                  <a:pt x="0" y="0"/>
                </a:moveTo>
                <a:lnTo>
                  <a:pt x="387668" y="0"/>
                </a:lnTo>
                <a:lnTo>
                  <a:pt x="387668" y="476250"/>
                </a:lnTo>
                <a:lnTo>
                  <a:pt x="0" y="476250"/>
                </a:lnTo>
                <a:lnTo>
                  <a:pt x="0" y="0"/>
                </a:lnTo>
                <a:close/>
              </a:path>
            </a:pathLst>
          </a:custGeom>
          <a:blipFill rotWithShape="1">
            <a:blip r:embed="rId5">
              <a:alphaModFix/>
            </a:blip>
            <a:stretch>
              <a:fillRect b="0" l="0" r="0" t="0"/>
            </a:stretch>
          </a:blipFill>
          <a:ln>
            <a:noFill/>
          </a:ln>
        </p:spPr>
      </p:sp>
      <p:sp>
        <p:nvSpPr>
          <p:cNvPr id="448" name="Google Shape;448;p10"/>
          <p:cNvSpPr/>
          <p:nvPr/>
        </p:nvSpPr>
        <p:spPr>
          <a:xfrm>
            <a:off x="2369782" y="6895728"/>
            <a:ext cx="472440" cy="472440"/>
          </a:xfrm>
          <a:custGeom>
            <a:rect b="b" l="l" r="r" t="t"/>
            <a:pathLst>
              <a:path extrusionOk="0" h="472440" w="472440">
                <a:moveTo>
                  <a:pt x="0" y="0"/>
                </a:moveTo>
                <a:lnTo>
                  <a:pt x="472440" y="0"/>
                </a:lnTo>
                <a:lnTo>
                  <a:pt x="472440" y="472440"/>
                </a:lnTo>
                <a:lnTo>
                  <a:pt x="0" y="472440"/>
                </a:lnTo>
                <a:lnTo>
                  <a:pt x="0" y="0"/>
                </a:lnTo>
                <a:close/>
              </a:path>
            </a:pathLst>
          </a:custGeom>
          <a:blipFill rotWithShape="1">
            <a:blip r:embed="rId6">
              <a:alphaModFix/>
            </a:blip>
            <a:stretch>
              <a:fillRect b="0" l="0" r="0" t="0"/>
            </a:stretch>
          </a:blipFill>
          <a:ln>
            <a:noFill/>
          </a:ln>
        </p:spPr>
      </p:sp>
      <p:sp>
        <p:nvSpPr>
          <p:cNvPr id="449" name="Google Shape;449;p10"/>
          <p:cNvSpPr/>
          <p:nvPr/>
        </p:nvSpPr>
        <p:spPr>
          <a:xfrm>
            <a:off x="1516205" y="3883619"/>
            <a:ext cx="1089797" cy="1259881"/>
          </a:xfrm>
          <a:custGeom>
            <a:rect b="b" l="l" r="r" t="t"/>
            <a:pathLst>
              <a:path extrusionOk="0" h="1259881" w="1089797">
                <a:moveTo>
                  <a:pt x="0" y="0"/>
                </a:moveTo>
                <a:lnTo>
                  <a:pt x="1089797" y="0"/>
                </a:lnTo>
                <a:lnTo>
                  <a:pt x="1089797" y="1259881"/>
                </a:lnTo>
                <a:lnTo>
                  <a:pt x="0" y="1259881"/>
                </a:lnTo>
                <a:lnTo>
                  <a:pt x="0" y="0"/>
                </a:lnTo>
                <a:close/>
              </a:path>
            </a:pathLst>
          </a:custGeom>
          <a:blipFill rotWithShape="1">
            <a:blip r:embed="rId7">
              <a:alphaModFix/>
            </a:blip>
            <a:stretch>
              <a:fillRect b="0" l="0" r="0" t="0"/>
            </a:stretch>
          </a:blipFill>
          <a:ln>
            <a:noFill/>
          </a:ln>
        </p:spPr>
      </p:sp>
      <p:sp>
        <p:nvSpPr>
          <p:cNvPr id="450" name="Google Shape;450;p10"/>
          <p:cNvSpPr txBox="1"/>
          <p:nvPr/>
        </p:nvSpPr>
        <p:spPr>
          <a:xfrm>
            <a:off x="634160" y="2287588"/>
            <a:ext cx="3219450" cy="109474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6399" u="none" cap="none" strike="noStrike">
                <a:solidFill>
                  <a:srgbClr val="000000"/>
                </a:solidFill>
                <a:latin typeface="Open Sans"/>
                <a:ea typeface="Open Sans"/>
                <a:cs typeface="Open Sans"/>
                <a:sym typeface="Open Sans"/>
              </a:rPr>
              <a:t>PacePet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454" name="Shape 454"/>
        <p:cNvGrpSpPr/>
        <p:nvPr/>
      </p:nvGrpSpPr>
      <p:grpSpPr>
        <a:xfrm>
          <a:off x="0" y="0"/>
          <a:ext cx="0" cy="0"/>
          <a:chOff x="0" y="0"/>
          <a:chExt cx="0" cy="0"/>
        </a:xfrm>
      </p:grpSpPr>
      <p:sp>
        <p:nvSpPr>
          <p:cNvPr id="455" name="Google Shape;455;p11"/>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graphicFrame>
        <p:nvGraphicFramePr>
          <p:cNvPr id="456" name="Google Shape;456;p11"/>
          <p:cNvGraphicFramePr/>
          <p:nvPr/>
        </p:nvGraphicFramePr>
        <p:xfrm>
          <a:off x="3647211" y="3677285"/>
          <a:ext cx="3000000" cy="3000000"/>
        </p:xfrm>
        <a:graphic>
          <a:graphicData uri="http://schemas.openxmlformats.org/drawingml/2006/table">
            <a:tbl>
              <a:tblPr>
                <a:noFill/>
                <a:tableStyleId>{5184491B-83B8-443E-A686-24D97100FE1C}</a:tableStyleId>
              </a:tblPr>
              <a:tblGrid>
                <a:gridCol w="5360525"/>
                <a:gridCol w="5778050"/>
              </a:tblGrid>
              <a:tr h="1141775">
                <a:tc>
                  <a:txBody>
                    <a:bodyPr/>
                    <a:lstStyle/>
                    <a:p>
                      <a:pPr indent="0" lvl="0" marL="0" marR="0" rtl="0" algn="ctr">
                        <a:lnSpc>
                          <a:spcPct val="140000"/>
                        </a:lnSpc>
                        <a:spcBef>
                          <a:spcPts val="0"/>
                        </a:spcBef>
                        <a:spcAft>
                          <a:spcPts val="0"/>
                        </a:spcAft>
                        <a:buNone/>
                      </a:pPr>
                      <a:r>
                        <a:rPr lang="en-US" sz="3600" u="none" cap="none" strike="noStrike">
                          <a:solidFill>
                            <a:srgbClr val="000000"/>
                          </a:solidFill>
                          <a:latin typeface="Archivo Black"/>
                          <a:ea typeface="Archivo Black"/>
                          <a:cs typeface="Archivo Black"/>
                          <a:sym typeface="Archivo Black"/>
                        </a:rPr>
                        <a:t>Hito</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3600" u="none" cap="none" strike="noStrike">
                          <a:solidFill>
                            <a:srgbClr val="000000"/>
                          </a:solidFill>
                          <a:latin typeface="Archivo Black"/>
                          <a:ea typeface="Archivo Black"/>
                          <a:cs typeface="Archivo Black"/>
                          <a:sym typeface="Archivo Black"/>
                        </a:rPr>
                        <a:t>Fecha tope</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FFFF"/>
                    </a:solidFill>
                  </a:tcPr>
                </a:tc>
              </a:tr>
              <a:tr h="1026625">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Fase 1</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07/09/2026</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026625">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Fase 2 (Primera parte)</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30/09/2026</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026625">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Fase 2 (Segunda parte)</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09/11/2026</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026625">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Fase 3</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58"/>
                        </a:lnSpc>
                        <a:spcBef>
                          <a:spcPts val="0"/>
                        </a:spcBef>
                        <a:spcAft>
                          <a:spcPts val="0"/>
                        </a:spcAft>
                        <a:buNone/>
                      </a:pPr>
                      <a:r>
                        <a:rPr lang="en-US" sz="2400" u="none" cap="none" strike="noStrike">
                          <a:solidFill>
                            <a:srgbClr val="FFFFFF"/>
                          </a:solidFill>
                          <a:latin typeface="Archivo Black"/>
                          <a:ea typeface="Archivo Black"/>
                          <a:cs typeface="Archivo Black"/>
                          <a:sym typeface="Archivo Black"/>
                        </a:rPr>
                        <a:t>01/12/2026</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457" name="Google Shape;457;p11"/>
          <p:cNvSpPr txBox="1"/>
          <p:nvPr/>
        </p:nvSpPr>
        <p:spPr>
          <a:xfrm>
            <a:off x="5683884" y="1962150"/>
            <a:ext cx="7086600"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Hitos Importantes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461" name="Shape 461"/>
        <p:cNvGrpSpPr/>
        <p:nvPr/>
      </p:nvGrpSpPr>
      <p:grpSpPr>
        <a:xfrm>
          <a:off x="0" y="0"/>
          <a:ext cx="0" cy="0"/>
          <a:chOff x="0" y="0"/>
          <a:chExt cx="0" cy="0"/>
        </a:xfrm>
      </p:grpSpPr>
      <p:sp>
        <p:nvSpPr>
          <p:cNvPr id="462" name="Google Shape;462;p12"/>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
        <p:nvSpPr>
          <p:cNvPr id="463" name="Google Shape;463;p12"/>
          <p:cNvSpPr txBox="1"/>
          <p:nvPr/>
        </p:nvSpPr>
        <p:spPr>
          <a:xfrm>
            <a:off x="6179184" y="1962150"/>
            <a:ext cx="6096000"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Costos por fase</a:t>
            </a:r>
            <a:endParaRPr/>
          </a:p>
        </p:txBody>
      </p:sp>
      <p:graphicFrame>
        <p:nvGraphicFramePr>
          <p:cNvPr id="464" name="Google Shape;464;p12"/>
          <p:cNvGraphicFramePr/>
          <p:nvPr/>
        </p:nvGraphicFramePr>
        <p:xfrm>
          <a:off x="8951650" y="3973800"/>
          <a:ext cx="3000000" cy="3000000"/>
        </p:xfrm>
        <a:graphic>
          <a:graphicData uri="http://schemas.openxmlformats.org/drawingml/2006/table">
            <a:tbl>
              <a:tblPr>
                <a:noFill/>
                <a:tableStyleId>{5184491B-83B8-443E-A686-24D97100FE1C}</a:tableStyleId>
              </a:tblPr>
              <a:tblGrid>
                <a:gridCol w="5836975"/>
                <a:gridCol w="2335175"/>
              </a:tblGrid>
              <a:tr h="393425">
                <a:tc gridSpan="2">
                  <a:txBody>
                    <a:bodyPr/>
                    <a:lstStyle/>
                    <a:p>
                      <a:pPr indent="0" lvl="0" marL="0" rtl="0" algn="ctr">
                        <a:lnSpc>
                          <a:spcPct val="115000"/>
                        </a:lnSpc>
                        <a:spcBef>
                          <a:spcPts val="0"/>
                        </a:spcBef>
                        <a:spcAft>
                          <a:spcPts val="0"/>
                        </a:spcAft>
                        <a:buNone/>
                      </a:pPr>
                      <a:r>
                        <a:rPr b="1" lang="en-US" sz="3400">
                          <a:latin typeface="Calibri"/>
                          <a:ea typeface="Calibri"/>
                          <a:cs typeface="Calibri"/>
                          <a:sym typeface="Calibri"/>
                        </a:rPr>
                        <a:t>COSTO POR FASE</a:t>
                      </a:r>
                      <a:endParaRPr b="1"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extLst>
                      <a:ext uri="http://customooxmlschemas.google.com/">
                        <go:slidesCustomData xmlns:go="http://customooxmlschemas.google.com/" cellId="464:0:0"/>
                      </a:ext>
                    </a:extLst>
                  </a:tcPr>
                </a:tc>
                <a:tc hMerge="1"/>
              </a:tr>
              <a:tr h="262250">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Fase de Planificación</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1: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$ 556.000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1:1"/>
                      </a:ext>
                    </a:extLst>
                  </a:tcPr>
                </a:tc>
              </a:tr>
              <a:tr h="637000">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Fase de Análisis y Diseño</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2: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$ 740.000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2:1"/>
                      </a:ext>
                    </a:extLst>
                  </a:tcPr>
                </a:tc>
              </a:tr>
              <a:tr h="100000">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Fase de Desarrollo</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3: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$ 3.172.000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3:1"/>
                      </a:ext>
                    </a:extLst>
                  </a:tcPr>
                </a:tc>
              </a:tr>
              <a:tr h="187300">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Fase de QA</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4: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$ 1.516.000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4:1"/>
                      </a:ext>
                    </a:extLst>
                  </a:tcPr>
                </a:tc>
              </a:tr>
              <a:tr h="551700">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Fase de Implementación y Cierre</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5: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$ 1.856.000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extLst>
                      <a:ext uri="http://customooxmlschemas.google.com/">
                        <go:slidesCustomData xmlns:go="http://customooxmlschemas.google.com/" cellId="464:5:1"/>
                      </a:ext>
                    </a:extLst>
                  </a:tcPr>
                </a:tc>
              </a:tr>
              <a:tr h="100000">
                <a:tc>
                  <a:txBody>
                    <a:bodyPr/>
                    <a:lstStyle/>
                    <a:p>
                      <a:pPr indent="0" lvl="0" marL="0" rtl="0" algn="l">
                        <a:lnSpc>
                          <a:spcPct val="115000"/>
                        </a:lnSpc>
                        <a:spcBef>
                          <a:spcPts val="0"/>
                        </a:spcBef>
                        <a:spcAft>
                          <a:spcPts val="0"/>
                        </a:spcAft>
                        <a:buNone/>
                      </a:pPr>
                      <a:r>
                        <a:rPr b="1" lang="en-US" sz="3400">
                          <a:latin typeface="Calibri"/>
                          <a:ea typeface="Calibri"/>
                          <a:cs typeface="Calibri"/>
                          <a:sym typeface="Calibri"/>
                        </a:rPr>
                        <a:t>TOTAL HH FASES</a:t>
                      </a:r>
                      <a:endParaRPr b="1"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extLst>
                      <a:ext uri="http://customooxmlschemas.google.com/">
                        <go:slidesCustomData xmlns:go="http://customooxmlschemas.google.com/" cellId="464:6:0"/>
                      </a:ext>
                    </a:extLst>
                  </a:tcPr>
                </a:tc>
                <a:tc>
                  <a:txBody>
                    <a:bodyPr/>
                    <a:lstStyle/>
                    <a:p>
                      <a:pPr indent="0" lvl="0" marL="0" rtl="0" algn="r">
                        <a:lnSpc>
                          <a:spcPct val="115000"/>
                        </a:lnSpc>
                        <a:spcBef>
                          <a:spcPts val="0"/>
                        </a:spcBef>
                        <a:spcAft>
                          <a:spcPts val="0"/>
                        </a:spcAft>
                        <a:buNone/>
                      </a:pPr>
                      <a:r>
                        <a:rPr b="1" lang="en-US" sz="3400">
                          <a:latin typeface="Calibri"/>
                          <a:ea typeface="Calibri"/>
                          <a:cs typeface="Calibri"/>
                          <a:sym typeface="Calibri"/>
                        </a:rPr>
                        <a:t>$ 7.840.000</a:t>
                      </a:r>
                      <a:endParaRPr b="1"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extLst>
                      <a:ext uri="http://customooxmlschemas.google.com/">
                        <go:slidesCustomData xmlns:go="http://customooxmlschemas.google.com/" cellId="464:6:1"/>
                      </a:ext>
                    </a:extLst>
                  </a:tcPr>
                </a:tc>
              </a:tr>
            </a:tbl>
          </a:graphicData>
        </a:graphic>
      </p:graphicFrame>
      <p:graphicFrame>
        <p:nvGraphicFramePr>
          <p:cNvPr id="465" name="Google Shape;465;p12"/>
          <p:cNvGraphicFramePr/>
          <p:nvPr/>
        </p:nvGraphicFramePr>
        <p:xfrm>
          <a:off x="878950" y="3973800"/>
          <a:ext cx="3000000" cy="3000000"/>
        </p:xfrm>
        <a:graphic>
          <a:graphicData uri="http://schemas.openxmlformats.org/drawingml/2006/table">
            <a:tbl>
              <a:tblPr>
                <a:noFill/>
                <a:tableStyleId>{5184491B-83B8-443E-A686-24D97100FE1C}</a:tableStyleId>
              </a:tblPr>
              <a:tblGrid>
                <a:gridCol w="2860000"/>
                <a:gridCol w="4681575"/>
              </a:tblGrid>
              <a:tr h="180975">
                <a:tc gridSpan="2">
                  <a:txBody>
                    <a:bodyPr/>
                    <a:lstStyle/>
                    <a:p>
                      <a:pPr indent="0" lvl="0" marL="0" rtl="0" algn="ctr">
                        <a:lnSpc>
                          <a:spcPct val="115000"/>
                        </a:lnSpc>
                        <a:spcBef>
                          <a:spcPts val="0"/>
                        </a:spcBef>
                        <a:spcAft>
                          <a:spcPts val="0"/>
                        </a:spcAft>
                        <a:buNone/>
                      </a:pPr>
                      <a:r>
                        <a:rPr b="1" lang="en-US" sz="3400">
                          <a:latin typeface="Calibri"/>
                          <a:ea typeface="Calibri"/>
                          <a:cs typeface="Calibri"/>
                          <a:sym typeface="Calibri"/>
                        </a:rPr>
                        <a:t>COSTO HH POR ROL</a:t>
                      </a:r>
                      <a:endParaRPr b="1"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extLst>
                      <a:ext uri="http://customooxmlschemas.google.com/">
                        <go:slidesCustomData xmlns:go="http://customooxmlschemas.google.com/" cellId="465:0:0"/>
                      </a:ext>
                    </a:extLst>
                  </a:tcPr>
                </a:tc>
                <a:tc hMerge="1"/>
              </a:tr>
              <a:tr h="180975">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Jefe de Proyecto</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65:1: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$ 2.856.000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65:1:1"/>
                      </a:ext>
                    </a:extLst>
                  </a:tcPr>
                </a:tc>
              </a:tr>
              <a:tr h="180975">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Analista Programador</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65:2: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$ 2.800.000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65:2:1"/>
                      </a:ext>
                    </a:extLst>
                  </a:tcPr>
                </a:tc>
              </a:tr>
              <a:tr h="180975">
                <a:tc>
                  <a:txBody>
                    <a:bodyPr/>
                    <a:lstStyle/>
                    <a:p>
                      <a:pPr indent="0" lvl="0" marL="0" rtl="0" algn="l">
                        <a:lnSpc>
                          <a:spcPct val="115000"/>
                        </a:lnSpc>
                        <a:spcBef>
                          <a:spcPts val="0"/>
                        </a:spcBef>
                        <a:spcAft>
                          <a:spcPts val="0"/>
                        </a:spcAft>
                        <a:buNone/>
                      </a:pPr>
                      <a:r>
                        <a:rPr lang="en-US" sz="3400">
                          <a:latin typeface="Calibri"/>
                          <a:ea typeface="Calibri"/>
                          <a:cs typeface="Calibri"/>
                          <a:sym typeface="Calibri"/>
                        </a:rPr>
                        <a:t>Administrador BD</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65:3:0"/>
                      </a:ext>
                    </a:extLst>
                  </a:tcPr>
                </a:tc>
                <a:tc>
                  <a:txBody>
                    <a:bodyPr/>
                    <a:lstStyle/>
                    <a:p>
                      <a:pPr indent="0" lvl="0" marL="0" rtl="0" algn="r">
                        <a:lnSpc>
                          <a:spcPct val="115000"/>
                        </a:lnSpc>
                        <a:spcBef>
                          <a:spcPts val="0"/>
                        </a:spcBef>
                        <a:spcAft>
                          <a:spcPts val="0"/>
                        </a:spcAft>
                        <a:buNone/>
                      </a:pPr>
                      <a:r>
                        <a:rPr lang="en-US" sz="3400">
                          <a:latin typeface="Calibri"/>
                          <a:ea typeface="Calibri"/>
                          <a:cs typeface="Calibri"/>
                          <a:sym typeface="Calibri"/>
                        </a:rPr>
                        <a:t>$ 2.184.000</a:t>
                      </a:r>
                      <a:endParaRPr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65:3:1"/>
                      </a:ext>
                    </a:extLst>
                  </a:tcPr>
                </a:tc>
              </a:tr>
              <a:tr h="190500">
                <a:tc>
                  <a:txBody>
                    <a:bodyPr/>
                    <a:lstStyle/>
                    <a:p>
                      <a:pPr indent="0" lvl="0" marL="0" rtl="0" algn="l">
                        <a:lnSpc>
                          <a:spcPct val="115000"/>
                        </a:lnSpc>
                        <a:spcBef>
                          <a:spcPts val="0"/>
                        </a:spcBef>
                        <a:spcAft>
                          <a:spcPts val="0"/>
                        </a:spcAft>
                        <a:buNone/>
                      </a:pPr>
                      <a:r>
                        <a:rPr b="1" lang="en-US" sz="3400">
                          <a:latin typeface="Calibri"/>
                          <a:ea typeface="Calibri"/>
                          <a:cs typeface="Calibri"/>
                          <a:sym typeface="Calibri"/>
                        </a:rPr>
                        <a:t>TOTAL HH</a:t>
                      </a:r>
                      <a:endParaRPr b="1"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extLst>
                      <a:ext uri="http://customooxmlschemas.google.com/">
                        <go:slidesCustomData xmlns:go="http://customooxmlschemas.google.com/" cellId="465:4:0"/>
                      </a:ext>
                    </a:extLst>
                  </a:tcPr>
                </a:tc>
                <a:tc>
                  <a:txBody>
                    <a:bodyPr/>
                    <a:lstStyle/>
                    <a:p>
                      <a:pPr indent="0" lvl="0" marL="0" rtl="0" algn="r">
                        <a:lnSpc>
                          <a:spcPct val="115000"/>
                        </a:lnSpc>
                        <a:spcBef>
                          <a:spcPts val="0"/>
                        </a:spcBef>
                        <a:spcAft>
                          <a:spcPts val="0"/>
                        </a:spcAft>
                        <a:buNone/>
                      </a:pPr>
                      <a:r>
                        <a:rPr b="1" lang="en-US" sz="3400">
                          <a:latin typeface="Calibri"/>
                          <a:ea typeface="Calibri"/>
                          <a:cs typeface="Calibri"/>
                          <a:sym typeface="Calibri"/>
                        </a:rPr>
                        <a:t>$ 7.840.000</a:t>
                      </a:r>
                      <a:endParaRPr b="1" sz="34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extLst>
                      <a:ext uri="http://customooxmlschemas.google.com/">
                        <go:slidesCustomData xmlns:go="http://customooxmlschemas.google.com/" cellId="465:4:1"/>
                      </a:ext>
                    </a:extLst>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469" name="Shape 469"/>
        <p:cNvGrpSpPr/>
        <p:nvPr/>
      </p:nvGrpSpPr>
      <p:grpSpPr>
        <a:xfrm>
          <a:off x="0" y="0"/>
          <a:ext cx="0" cy="0"/>
          <a:chOff x="0" y="0"/>
          <a:chExt cx="0" cy="0"/>
        </a:xfrm>
      </p:grpSpPr>
      <p:sp>
        <p:nvSpPr>
          <p:cNvPr id="470" name="Google Shape;470;p13"/>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
        <p:nvSpPr>
          <p:cNvPr id="471" name="Google Shape;471;p13"/>
          <p:cNvSpPr txBox="1"/>
          <p:nvPr/>
        </p:nvSpPr>
        <p:spPr>
          <a:xfrm>
            <a:off x="4031296" y="1962150"/>
            <a:ext cx="10391700" cy="8619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lang="en-US" sz="5599">
                <a:solidFill>
                  <a:srgbClr val="FFFFFF"/>
                </a:solidFill>
                <a:latin typeface="Archivo Black"/>
                <a:ea typeface="Archivo Black"/>
                <a:cs typeface="Archivo Black"/>
                <a:sym typeface="Archivo Black"/>
              </a:rPr>
              <a:t>Tecnologías</a:t>
            </a:r>
            <a:r>
              <a:rPr b="0" i="0" lang="en-US" sz="5599" u="none" cap="none" strike="noStrike">
                <a:solidFill>
                  <a:srgbClr val="FFFFFF"/>
                </a:solidFill>
                <a:latin typeface="Archivo Black"/>
                <a:ea typeface="Archivo Black"/>
                <a:cs typeface="Archivo Black"/>
                <a:sym typeface="Archivo Black"/>
              </a:rPr>
              <a:t> del desarrollo</a:t>
            </a:r>
            <a:endParaRPr/>
          </a:p>
        </p:txBody>
      </p:sp>
      <p:sp>
        <p:nvSpPr>
          <p:cNvPr id="472" name="Google Shape;472;p13"/>
          <p:cNvSpPr txBox="1"/>
          <p:nvPr/>
        </p:nvSpPr>
        <p:spPr>
          <a:xfrm>
            <a:off x="1888200" y="3399125"/>
            <a:ext cx="14511600" cy="62565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Aplicación móvil desarrollada en </a:t>
            </a:r>
            <a:r>
              <a:rPr b="1" lang="en-US" sz="3600">
                <a:solidFill>
                  <a:schemeClr val="lt1"/>
                </a:solidFill>
                <a:latin typeface="Calibri"/>
                <a:ea typeface="Calibri"/>
                <a:cs typeface="Calibri"/>
                <a:sym typeface="Calibri"/>
              </a:rPr>
              <a:t>Dart </a:t>
            </a:r>
            <a:r>
              <a:rPr lang="en-US" sz="3600">
                <a:solidFill>
                  <a:schemeClr val="lt1"/>
                </a:solidFill>
                <a:latin typeface="Calibri"/>
                <a:ea typeface="Calibri"/>
                <a:cs typeface="Calibri"/>
                <a:sym typeface="Calibri"/>
              </a:rPr>
              <a:t>con el framework de </a:t>
            </a:r>
            <a:r>
              <a:rPr b="1" lang="en-US" sz="3600">
                <a:solidFill>
                  <a:schemeClr val="lt1"/>
                </a:solidFill>
                <a:latin typeface="Calibri"/>
                <a:ea typeface="Calibri"/>
                <a:cs typeface="Calibri"/>
                <a:sym typeface="Calibri"/>
              </a:rPr>
              <a:t>Flutter</a:t>
            </a:r>
            <a:r>
              <a:rPr lang="en-US" sz="3600">
                <a:solidFill>
                  <a:schemeClr val="lt1"/>
                </a:solidFill>
                <a:latin typeface="Calibri"/>
                <a:ea typeface="Calibri"/>
                <a:cs typeface="Calibri"/>
                <a:sym typeface="Calibri"/>
              </a:rPr>
              <a:t>, multiplataforma para </a:t>
            </a:r>
            <a:r>
              <a:rPr b="1" lang="en-US" sz="3600">
                <a:solidFill>
                  <a:schemeClr val="lt1"/>
                </a:solidFill>
                <a:latin typeface="Calibri"/>
                <a:ea typeface="Calibri"/>
                <a:cs typeface="Calibri"/>
                <a:sym typeface="Calibri"/>
              </a:rPr>
              <a:t>Android</a:t>
            </a:r>
            <a:r>
              <a:rPr lang="en-US" sz="3600">
                <a:solidFill>
                  <a:schemeClr val="lt1"/>
                </a:solidFill>
                <a:latin typeface="Calibri"/>
                <a:ea typeface="Calibri"/>
                <a:cs typeface="Calibri"/>
                <a:sym typeface="Calibri"/>
              </a:rPr>
              <a:t> e </a:t>
            </a:r>
            <a:r>
              <a:rPr b="1" lang="en-US" sz="3600">
                <a:solidFill>
                  <a:schemeClr val="lt1"/>
                </a:solidFill>
                <a:latin typeface="Calibri"/>
                <a:ea typeface="Calibri"/>
                <a:cs typeface="Calibri"/>
                <a:sym typeface="Calibri"/>
              </a:rPr>
              <a:t>IOS</a:t>
            </a: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Base de datos principal PostgreSQL, con SQLite para caché y </a:t>
            </a:r>
            <a:r>
              <a:rPr lang="en-US" sz="3600">
                <a:solidFill>
                  <a:schemeClr val="lt1"/>
                </a:solidFill>
                <a:latin typeface="Calibri"/>
                <a:ea typeface="Calibri"/>
                <a:cs typeface="Calibri"/>
                <a:sym typeface="Calibri"/>
              </a:rPr>
              <a:t>sesiones</a:t>
            </a:r>
            <a:r>
              <a:rPr lang="en-US" sz="3600">
                <a:solidFill>
                  <a:schemeClr val="lt1"/>
                </a:solidFill>
                <a:latin typeface="Calibri"/>
                <a:ea typeface="Calibri"/>
                <a:cs typeface="Calibri"/>
                <a:sym typeface="Calibri"/>
              </a:rPr>
              <a:t> temporales.</a:t>
            </a:r>
            <a:endParaRPr sz="3600">
              <a:solidFill>
                <a:schemeClr val="lt1"/>
              </a:solidFill>
              <a:latin typeface="Calibri"/>
              <a:ea typeface="Calibri"/>
              <a:cs typeface="Calibri"/>
              <a:sym typeface="Calibri"/>
            </a:endParaRPr>
          </a:p>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Almacenamiento local implementado en el dispositivo con posterior sincronización de datos.</a:t>
            </a:r>
            <a:endParaRPr sz="3600">
              <a:solidFill>
                <a:schemeClr val="lt1"/>
              </a:solidFill>
              <a:latin typeface="Calibri"/>
              <a:ea typeface="Calibri"/>
              <a:cs typeface="Calibri"/>
              <a:sym typeface="Calibri"/>
            </a:endParaRPr>
          </a:p>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Notificaciones push mediante </a:t>
            </a:r>
            <a:r>
              <a:rPr b="1" lang="en-US" sz="3600">
                <a:solidFill>
                  <a:schemeClr val="lt1"/>
                </a:solidFill>
                <a:latin typeface="Calibri"/>
                <a:ea typeface="Calibri"/>
                <a:cs typeface="Calibri"/>
                <a:sym typeface="Calibri"/>
              </a:rPr>
              <a:t>Firebase Cloud Messaging.</a:t>
            </a:r>
            <a:endParaRPr b="1" sz="3600">
              <a:solidFill>
                <a:schemeClr val="lt1"/>
              </a:solidFill>
              <a:latin typeface="Calibri"/>
              <a:ea typeface="Calibri"/>
              <a:cs typeface="Calibri"/>
              <a:sym typeface="Calibri"/>
            </a:endParaRPr>
          </a:p>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Empaquetación de aplicación en Docker con despliegue sobre VPS, integración continua mediante GitHub Actions.</a:t>
            </a:r>
            <a:endParaRPr sz="3600">
              <a:solidFill>
                <a:schemeClr val="lt1"/>
              </a:solidFill>
              <a:latin typeface="Calibri"/>
              <a:ea typeface="Calibri"/>
              <a:cs typeface="Calibri"/>
              <a:sym typeface="Calibri"/>
            </a:endParaRPr>
          </a:p>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Control de versiones en </a:t>
            </a:r>
            <a:r>
              <a:rPr b="1" lang="en-US" sz="3600">
                <a:solidFill>
                  <a:schemeClr val="lt1"/>
                </a:solidFill>
                <a:latin typeface="Calibri"/>
                <a:ea typeface="Calibri"/>
                <a:cs typeface="Calibri"/>
                <a:sym typeface="Calibri"/>
              </a:rPr>
              <a:t>GitHub.</a:t>
            </a:r>
            <a:endParaRPr b="1" sz="36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4764"/>
        </a:solidFill>
      </p:bgPr>
    </p:bg>
    <p:spTree>
      <p:nvGrpSpPr>
        <p:cNvPr id="476" name="Shape 476"/>
        <p:cNvGrpSpPr/>
        <p:nvPr/>
      </p:nvGrpSpPr>
      <p:grpSpPr>
        <a:xfrm>
          <a:off x="0" y="0"/>
          <a:ext cx="0" cy="0"/>
          <a:chOff x="0" y="0"/>
          <a:chExt cx="0" cy="0"/>
        </a:xfrm>
      </p:grpSpPr>
      <p:sp>
        <p:nvSpPr>
          <p:cNvPr id="477" name="Google Shape;477;p14"/>
          <p:cNvSpPr/>
          <p:nvPr/>
        </p:nvSpPr>
        <p:spPr>
          <a:xfrm>
            <a:off x="289980" y="380599"/>
            <a:ext cx="4200386" cy="943565"/>
          </a:xfrm>
          <a:custGeom>
            <a:rect b="b" l="l" r="r" t="t"/>
            <a:pathLst>
              <a:path extrusionOk="0" h="943565" w="4200386">
                <a:moveTo>
                  <a:pt x="0" y="0"/>
                </a:moveTo>
                <a:lnTo>
                  <a:pt x="4200386" y="0"/>
                </a:lnTo>
                <a:lnTo>
                  <a:pt x="4200386" y="943565"/>
                </a:lnTo>
                <a:lnTo>
                  <a:pt x="0" y="943565"/>
                </a:lnTo>
                <a:lnTo>
                  <a:pt x="0" y="0"/>
                </a:lnTo>
                <a:close/>
              </a:path>
            </a:pathLst>
          </a:custGeom>
          <a:blipFill rotWithShape="1">
            <a:blip r:embed="rId3">
              <a:alphaModFix/>
            </a:blip>
            <a:stretch>
              <a:fillRect b="0" l="0" r="0" t="0"/>
            </a:stretch>
          </a:blipFill>
          <a:ln>
            <a:noFill/>
          </a:ln>
        </p:spPr>
      </p:sp>
      <p:sp>
        <p:nvSpPr>
          <p:cNvPr id="478" name="Google Shape;478;p14"/>
          <p:cNvSpPr txBox="1"/>
          <p:nvPr/>
        </p:nvSpPr>
        <p:spPr>
          <a:xfrm>
            <a:off x="7074534" y="1962150"/>
            <a:ext cx="4305300" cy="96266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599" u="none" cap="none" strike="noStrike">
                <a:solidFill>
                  <a:srgbClr val="FFFFFF"/>
                </a:solidFill>
                <a:latin typeface="Archivo Black"/>
                <a:ea typeface="Archivo Black"/>
                <a:cs typeface="Archivo Black"/>
                <a:sym typeface="Archivo Black"/>
              </a:rPr>
              <a:t>Conclusión</a:t>
            </a:r>
            <a:endParaRPr/>
          </a:p>
        </p:txBody>
      </p:sp>
      <p:sp>
        <p:nvSpPr>
          <p:cNvPr id="479" name="Google Shape;479;p14"/>
          <p:cNvSpPr txBox="1"/>
          <p:nvPr/>
        </p:nvSpPr>
        <p:spPr>
          <a:xfrm>
            <a:off x="1906800" y="3156325"/>
            <a:ext cx="14474400" cy="6181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US" sz="3600">
                <a:solidFill>
                  <a:schemeClr val="lt1"/>
                </a:solidFill>
                <a:latin typeface="Archivo Narrow"/>
                <a:ea typeface="Archivo Narrow"/>
                <a:cs typeface="Archivo Narrow"/>
                <a:sym typeface="Archivo Narrow"/>
              </a:rPr>
              <a:t>El desarrollo de esta aplicación nos permitió aplicar los conocimientos obtenidos en el transcurso de la carrera, además de obtener nuevas habilidades, por lo que consideramos que es una buena representación de estos cuatro años de aprendizaje.</a:t>
            </a:r>
            <a:endParaRPr sz="3600">
              <a:solidFill>
                <a:schemeClr val="lt1"/>
              </a:solidFill>
              <a:latin typeface="Archivo Narrow"/>
              <a:ea typeface="Archivo Narrow"/>
              <a:cs typeface="Archivo Narrow"/>
              <a:sym typeface="Archivo Narrow"/>
            </a:endParaRPr>
          </a:p>
          <a:p>
            <a:pPr indent="0" lvl="0" marL="457200" rtl="0" algn="l">
              <a:spcBef>
                <a:spcPts val="0"/>
              </a:spcBef>
              <a:spcAft>
                <a:spcPts val="0"/>
              </a:spcAft>
              <a:buNone/>
            </a:pPr>
            <a:r>
              <a:t/>
            </a:r>
            <a:endParaRPr sz="3600">
              <a:solidFill>
                <a:schemeClr val="lt1"/>
              </a:solidFill>
              <a:latin typeface="Archivo Narrow"/>
              <a:ea typeface="Archivo Narrow"/>
              <a:cs typeface="Archivo Narrow"/>
              <a:sym typeface="Archivo Narrow"/>
            </a:endParaRPr>
          </a:p>
          <a:p>
            <a:pPr indent="0" lvl="0" marL="457200" rtl="0" algn="l">
              <a:spcBef>
                <a:spcPts val="0"/>
              </a:spcBef>
              <a:spcAft>
                <a:spcPts val="0"/>
              </a:spcAft>
              <a:buClr>
                <a:schemeClr val="dk1"/>
              </a:buClr>
              <a:buSzPts val="1100"/>
              <a:buFont typeface="Arial"/>
              <a:buNone/>
            </a:pPr>
            <a:r>
              <a:rPr lang="en-US" sz="3600">
                <a:solidFill>
                  <a:schemeClr val="lt1"/>
                </a:solidFill>
                <a:latin typeface="Archivo Narrow"/>
                <a:ea typeface="Archivo Narrow"/>
                <a:cs typeface="Archivo Narrow"/>
                <a:sym typeface="Archivo Narrow"/>
              </a:rPr>
              <a:t>Con respecto a la aplicación en </a:t>
            </a:r>
            <a:r>
              <a:rPr lang="en-US" sz="3600">
                <a:solidFill>
                  <a:schemeClr val="lt1"/>
                </a:solidFill>
                <a:latin typeface="Archivo Narrow"/>
                <a:ea typeface="Archivo Narrow"/>
                <a:cs typeface="Archivo Narrow"/>
                <a:sym typeface="Archivo Narrow"/>
              </a:rPr>
              <a:t>sí</a:t>
            </a:r>
            <a:r>
              <a:rPr lang="en-US" sz="3600">
                <a:solidFill>
                  <a:schemeClr val="lt1"/>
                </a:solidFill>
                <a:latin typeface="Archivo Narrow"/>
                <a:ea typeface="Archivo Narrow"/>
                <a:cs typeface="Archivo Narrow"/>
                <a:sym typeface="Archivo Narrow"/>
              </a:rPr>
              <a:t>, consideramos que es una herramienta cuya utilidad </a:t>
            </a:r>
            <a:r>
              <a:rPr lang="en-US" sz="3600">
                <a:solidFill>
                  <a:schemeClr val="lt1"/>
                </a:solidFill>
                <a:latin typeface="Archivo Narrow"/>
                <a:ea typeface="Archivo Narrow"/>
                <a:cs typeface="Archivo Narrow"/>
                <a:sym typeface="Archivo Narrow"/>
              </a:rPr>
              <a:t>sólo</a:t>
            </a:r>
            <a:r>
              <a:rPr lang="en-US" sz="3600">
                <a:solidFill>
                  <a:schemeClr val="lt1"/>
                </a:solidFill>
                <a:latin typeface="Archivo Narrow"/>
                <a:ea typeface="Archivo Narrow"/>
                <a:cs typeface="Archivo Narrow"/>
                <a:sym typeface="Archivo Narrow"/>
              </a:rPr>
              <a:t> se ve limitada por la creatividad del usuario y a pesar de ser una idea simple, tiene el potencial de ofrecer mucho valor para ellos. </a:t>
            </a:r>
            <a:endParaRPr sz="3600">
              <a:solidFill>
                <a:schemeClr val="lt1"/>
              </a:solidFill>
              <a:latin typeface="Archivo Narrow"/>
              <a:ea typeface="Archivo Narrow"/>
              <a:cs typeface="Archivo Narrow"/>
              <a:sym typeface="Archivo Narro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